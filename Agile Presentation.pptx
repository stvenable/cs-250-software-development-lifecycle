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2"/>
  </p:notesMasterIdLst>
  <p:handoutMasterIdLst>
    <p:handoutMasterId r:id="rId13"/>
  </p:handoutMasterIdLst>
  <p:sldIdLst>
    <p:sldId id="340" r:id="rId5"/>
    <p:sldId id="346" r:id="rId6"/>
    <p:sldId id="343" r:id="rId7"/>
    <p:sldId id="354" r:id="rId8"/>
    <p:sldId id="341" r:id="rId9"/>
    <p:sldId id="350" r:id="rId10"/>
    <p:sldId id="35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0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E171933-4619-4E11-9A3F-F7608DF75F80}">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autoAdjust="0"/>
  </p:normalViewPr>
  <p:slideViewPr>
    <p:cSldViewPr snapToGrid="0">
      <p:cViewPr varScale="1">
        <p:scale>
          <a:sx n="105" d="100"/>
          <a:sy n="105" d="100"/>
        </p:scale>
        <p:origin x="834" y="96"/>
      </p:cViewPr>
      <p:guideLst/>
    </p:cSldViewPr>
  </p:slideViewPr>
  <p:outlineViewPr>
    <p:cViewPr>
      <p:scale>
        <a:sx n="33" d="100"/>
        <a:sy n="33" d="100"/>
      </p:scale>
      <p:origin x="0" y="-11376"/>
    </p:cViewPr>
  </p:outlineViewPr>
  <p:notesTextViewPr>
    <p:cViewPr>
      <p:scale>
        <a:sx n="1" d="1"/>
        <a:sy n="1" d="1"/>
      </p:scale>
      <p:origin x="0" y="0"/>
    </p:cViewPr>
  </p:notesTextViewPr>
  <p:sorterViewPr>
    <p:cViewPr varScale="1">
      <p:scale>
        <a:sx n="100" d="100"/>
        <a:sy n="100" d="100"/>
      </p:scale>
      <p:origin x="0" y="-6264"/>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4_1#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1" qsCatId="simple" csTypeId="urn:microsoft.com/office/officeart/2005/8/colors/accent4_1#1" csCatId="accent4" phldr="1"/>
      <dgm:spPr/>
      <dgm:t>
        <a:bodyPr/>
        <a:lstStyle/>
        <a:p>
          <a:endParaRPr lang="en-US"/>
        </a:p>
      </dgm:t>
    </dgm:pt>
    <dgm:pt modelId="{A8C03FBB-4A75-4460-AEA6-DEAEB9C61496}">
      <dgm:prSet phldrT="[Text]" phldr="0" custT="1"/>
      <dgm:spPr/>
      <dgm:t>
        <a:bodyPr/>
        <a:lstStyle/>
        <a:p>
          <a:pPr>
            <a:defRPr b="1"/>
          </a:pPr>
          <a:endParaRPr lang="en-US" sz="1800" dirty="0">
            <a:latin typeface="+mj-lt"/>
          </a:endParaRPr>
        </a:p>
      </dgm:t>
    </dgm:pt>
    <dgm:pt modelId="{4E972F7F-4B1B-47AA-A25B-1FFC561F1C76}" type="parTrans" cxnId="{D3D81948-D963-4D1E-AE16-9705EAF510FC}">
      <dgm:prSet/>
      <dgm:spPr/>
      <dgm:t>
        <a:bodyPr/>
        <a:lstStyle/>
        <a:p>
          <a:endParaRPr lang="en-US" sz="1800">
            <a:latin typeface="+mj-lt"/>
          </a:endParaRPr>
        </a:p>
      </dgm:t>
    </dgm:pt>
    <dgm:pt modelId="{67361508-930A-4A23-8CFC-BB56DA645C3C}" type="sibTrans" cxnId="{D3D81948-D963-4D1E-AE16-9705EAF510FC}">
      <dgm:prSet/>
      <dgm:spPr/>
      <dgm:t>
        <a:bodyPr/>
        <a:lstStyle/>
        <a:p>
          <a:endParaRPr lang="en-US" sz="1800">
            <a:latin typeface="+mj-lt"/>
          </a:endParaRPr>
        </a:p>
      </dgm:t>
    </dgm:pt>
    <dgm:pt modelId="{5E71F362-34DF-4EEC-92A3-0EFE450E05E4}">
      <dgm:prSet phldrT="[Text]" phldr="0" custT="1"/>
      <dgm:spPr/>
      <dgm:t>
        <a:bodyPr/>
        <a:lstStyle/>
        <a:p>
          <a:r>
            <a:rPr lang="en-US" sz="1800" dirty="0">
              <a:latin typeface="+mj-lt"/>
            </a:rPr>
            <a:t>Scrum Master</a:t>
          </a:r>
        </a:p>
      </dgm:t>
    </dgm:pt>
    <dgm:pt modelId="{8E5EE4D1-908E-455C-B8B3-281AD42DEC9A}" type="parTrans" cxnId="{B99CA6C9-28D1-4DDB-B8EC-AED73AD115CA}">
      <dgm:prSet/>
      <dgm:spPr/>
      <dgm:t>
        <a:bodyPr/>
        <a:lstStyle/>
        <a:p>
          <a:endParaRPr lang="en-US" sz="1800">
            <a:latin typeface="+mj-lt"/>
          </a:endParaRPr>
        </a:p>
      </dgm:t>
    </dgm:pt>
    <dgm:pt modelId="{B208B24A-E9FD-40A9-B764-FB7C2B7ED8B9}" type="sibTrans" cxnId="{B99CA6C9-28D1-4DDB-B8EC-AED73AD115CA}">
      <dgm:prSet/>
      <dgm:spPr/>
      <dgm:t>
        <a:bodyPr/>
        <a:lstStyle/>
        <a:p>
          <a:endParaRPr lang="en-US" sz="1800">
            <a:latin typeface="+mj-lt"/>
          </a:endParaRPr>
        </a:p>
      </dgm:t>
    </dgm:pt>
    <dgm:pt modelId="{91969DED-4CB8-4A14-A50B-3F7B848E46B5}">
      <dgm:prSet phldrT="[Text]" phldr="0" custT="1"/>
      <dgm:spPr/>
      <dgm:t>
        <a:bodyPr/>
        <a:lstStyle/>
        <a:p>
          <a:pPr>
            <a:defRPr b="1"/>
          </a:pPr>
          <a:endParaRPr lang="en-US" sz="1800" dirty="0">
            <a:latin typeface="+mj-lt"/>
          </a:endParaRPr>
        </a:p>
      </dgm:t>
    </dgm:pt>
    <dgm:pt modelId="{441CD73D-85E1-42A6-BCF8-362A3247E2F3}" type="parTrans" cxnId="{537F2ED0-8BD0-4AD5-B60D-89B660EDA1AC}">
      <dgm:prSet/>
      <dgm:spPr/>
      <dgm:t>
        <a:bodyPr/>
        <a:lstStyle/>
        <a:p>
          <a:endParaRPr lang="en-US" sz="1800">
            <a:latin typeface="+mj-lt"/>
          </a:endParaRPr>
        </a:p>
      </dgm:t>
    </dgm:pt>
    <dgm:pt modelId="{81CA8AA2-C0C3-4381-BA8B-413EDD578B83}" type="sibTrans" cxnId="{537F2ED0-8BD0-4AD5-B60D-89B660EDA1AC}">
      <dgm:prSet/>
      <dgm:spPr/>
      <dgm:t>
        <a:bodyPr/>
        <a:lstStyle/>
        <a:p>
          <a:endParaRPr lang="en-US" sz="1800">
            <a:latin typeface="+mj-lt"/>
          </a:endParaRPr>
        </a:p>
      </dgm:t>
    </dgm:pt>
    <dgm:pt modelId="{8A04F340-E8E1-4146-9905-E7ADCAEAABD7}">
      <dgm:prSet phldrT="[Text]" phldr="0" custT="1"/>
      <dgm:spPr/>
      <dgm:t>
        <a:bodyPr/>
        <a:lstStyle/>
        <a:p>
          <a:r>
            <a:rPr lang="en-US" sz="1800" dirty="0">
              <a:latin typeface="+mj-lt"/>
            </a:rPr>
            <a:t>Product Owner</a:t>
          </a:r>
        </a:p>
      </dgm:t>
    </dgm:pt>
    <dgm:pt modelId="{4EBD5EC2-45ED-4ED6-8376-97D155A911AE}" type="parTrans" cxnId="{E636BFFB-0404-4D4B-B3F0-C64FDFD9DDEF}">
      <dgm:prSet/>
      <dgm:spPr/>
      <dgm:t>
        <a:bodyPr/>
        <a:lstStyle/>
        <a:p>
          <a:endParaRPr lang="en-US" sz="1800">
            <a:latin typeface="+mj-lt"/>
          </a:endParaRPr>
        </a:p>
      </dgm:t>
    </dgm:pt>
    <dgm:pt modelId="{F9CD2A04-6A34-4104-A971-391788B88F55}" type="sibTrans" cxnId="{E636BFFB-0404-4D4B-B3F0-C64FDFD9DDEF}">
      <dgm:prSet/>
      <dgm:spPr/>
      <dgm:t>
        <a:bodyPr/>
        <a:lstStyle/>
        <a:p>
          <a:endParaRPr lang="en-US" sz="1800">
            <a:latin typeface="+mj-lt"/>
          </a:endParaRPr>
        </a:p>
      </dgm:t>
    </dgm:pt>
    <dgm:pt modelId="{3CC73758-10C1-47F8-AFA7-1A986D4DDD60}">
      <dgm:prSet phldrT="[Text]" phldr="0" custT="1"/>
      <dgm:spPr/>
      <dgm:t>
        <a:bodyPr/>
        <a:lstStyle/>
        <a:p>
          <a:pPr>
            <a:defRPr b="1"/>
          </a:pPr>
          <a:endParaRPr lang="en-US" sz="1800" dirty="0">
            <a:latin typeface="+mj-lt"/>
          </a:endParaRPr>
        </a:p>
      </dgm:t>
    </dgm:pt>
    <dgm:pt modelId="{FF6AE4B6-4A2F-49EE-9316-9AF55E77838B}" type="parTrans" cxnId="{4A69F85D-5C15-48FD-893A-B3050E1BADEB}">
      <dgm:prSet/>
      <dgm:spPr/>
      <dgm:t>
        <a:bodyPr/>
        <a:lstStyle/>
        <a:p>
          <a:endParaRPr lang="en-US" sz="1800">
            <a:latin typeface="+mj-lt"/>
          </a:endParaRPr>
        </a:p>
      </dgm:t>
    </dgm:pt>
    <dgm:pt modelId="{D8170BBA-6035-4773-8431-FEDD687647FF}" type="sibTrans" cxnId="{4A69F85D-5C15-48FD-893A-B3050E1BADEB}">
      <dgm:prSet/>
      <dgm:spPr/>
      <dgm:t>
        <a:bodyPr/>
        <a:lstStyle/>
        <a:p>
          <a:endParaRPr lang="en-US" sz="1800">
            <a:latin typeface="+mj-lt"/>
          </a:endParaRPr>
        </a:p>
      </dgm:t>
    </dgm:pt>
    <dgm:pt modelId="{FD9CA14A-483C-4869-B0C1-7C5FB7EEDBCC}">
      <dgm:prSet phldrT="[Text]" phldr="0" custT="1"/>
      <dgm:spPr/>
      <dgm:t>
        <a:bodyPr/>
        <a:lstStyle/>
        <a:p>
          <a:r>
            <a:rPr lang="en-US" sz="1800" dirty="0">
              <a:latin typeface="+mj-lt"/>
            </a:rPr>
            <a:t>Development Team</a:t>
          </a:r>
        </a:p>
      </dgm:t>
    </dgm:pt>
    <dgm:pt modelId="{8182A92F-45BA-4CD1-8E43-0B0810A50FEB}" type="parTrans" cxnId="{5EDA943F-300F-408A-A52E-3D5140FD5C22}">
      <dgm:prSet/>
      <dgm:spPr/>
      <dgm:t>
        <a:bodyPr/>
        <a:lstStyle/>
        <a:p>
          <a:endParaRPr lang="en-US" sz="1800">
            <a:latin typeface="+mj-lt"/>
          </a:endParaRPr>
        </a:p>
      </dgm:t>
    </dgm:pt>
    <dgm:pt modelId="{914BB93C-EA8A-4B5B-8F06-30DA7C7F4B7B}" type="sibTrans" cxnId="{5EDA943F-300F-408A-A52E-3D5140FD5C22}">
      <dgm:prSet/>
      <dgm:spPr/>
      <dgm:t>
        <a:bodyPr/>
        <a:lstStyle/>
        <a:p>
          <a:endParaRPr lang="en-US" sz="1800">
            <a:latin typeface="+mj-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custLinFactNeighborX="339" custLinFactNeighborY="50800"/>
      <dgm:spPr>
        <a:solidFill>
          <a:schemeClr val="lt1">
            <a:alpha val="90000"/>
            <a:tint val="40000"/>
            <a:hueOff val="0"/>
            <a:satOff val="0"/>
            <a:lumOff val="0"/>
            <a:alphaOff val="0"/>
          </a:schemeClr>
        </a:solidFill>
        <a:ln w="15875" cap="rnd" cmpd="sng" algn="ctr">
          <a:solidFill>
            <a:schemeClr val="accent4">
              <a:alpha val="90000"/>
              <a:hueOff val="0"/>
              <a:satOff val="0"/>
              <a:lumOff val="0"/>
              <a:alphaOff val="0"/>
            </a:schemeClr>
          </a:solidFill>
          <a:prstDash val="solid"/>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3">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3"/>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3"/>
      <dgm:spPr>
        <a:noFill/>
        <a:ln w="9525" cap="rnd" cmpd="sng" algn="ctr">
          <a:solidFill>
            <a:schemeClr val="accent4">
              <a:hueOff val="0"/>
              <a:satOff val="0"/>
              <a:lumOff val="0"/>
              <a:alphaOff val="0"/>
            </a:schemeClr>
          </a:solidFill>
          <a:prstDash val="dash"/>
        </a:ln>
        <a:effectLst/>
      </dgm:spPr>
    </dgm:pt>
    <dgm:pt modelId="{FA19A0AA-8B0B-4AA8-A80D-08CFFDD3F112}" type="pres">
      <dgm:prSet presAssocID="{A8C03FBB-4A75-4460-AEA6-DEAEB9C61496}" presName="ConnectorPoint" presStyleLbl="alignNode1" presStyleIdx="0" presStyleCnt="3"/>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3">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3"/>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3"/>
      <dgm:spPr>
        <a:noFill/>
        <a:ln w="9525" cap="rnd" cmpd="sng" algn="ctr">
          <a:solidFill>
            <a:schemeClr val="accent4">
              <a:hueOff val="0"/>
              <a:satOff val="0"/>
              <a:lumOff val="0"/>
              <a:alphaOff val="0"/>
            </a:schemeClr>
          </a:solidFill>
          <a:prstDash val="dash"/>
        </a:ln>
        <a:effectLst/>
      </dgm:spPr>
    </dgm:pt>
    <dgm:pt modelId="{0F979253-FD39-4920-BFCA-78C564B167EA}" type="pres">
      <dgm:prSet presAssocID="{91969DED-4CB8-4A14-A50B-3F7B848E46B5}" presName="ConnectorPoint" presStyleLbl="alignNode1" presStyleIdx="1" presStyleCnt="3"/>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3">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3"/>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3"/>
      <dgm:spPr>
        <a:noFill/>
        <a:ln w="9525" cap="rnd" cmpd="sng" algn="ctr">
          <a:solidFill>
            <a:schemeClr val="accent4">
              <a:hueOff val="0"/>
              <a:satOff val="0"/>
              <a:lumOff val="0"/>
              <a:alphaOff val="0"/>
            </a:schemeClr>
          </a:solidFill>
          <a:prstDash val="dash"/>
        </a:ln>
        <a:effectLst/>
      </dgm:spPr>
    </dgm:pt>
    <dgm:pt modelId="{B6459BF8-D2C3-4018-9C28-98667DC203F4}" type="pres">
      <dgm:prSet presAssocID="{3CC73758-10C1-47F8-AFA7-1A986D4DDD60}" presName="ConnectorPoint" presStyleLbl="alignNode1" presStyleIdx="2" presStyleCnt="3"/>
      <dgm:spPr/>
    </dgm:pt>
    <dgm:pt modelId="{EAB0CCC2-BFF9-432D-BA8E-7ECAF2D92AF2}" type="pres">
      <dgm:prSet presAssocID="{3CC73758-10C1-47F8-AFA7-1A986D4DDD60}" presName="EmptyPlaceHolder" presStyleCnt="0"/>
      <dgm:spPr/>
    </dgm:pt>
  </dgm:ptLst>
  <dgm:cxnLst>
    <dgm:cxn modelId="{64516513-C9B3-4B52-A434-6178ACAB3599}" type="presOf" srcId="{91969DED-4CB8-4A14-A50B-3F7B848E46B5}" destId="{60D0713D-AF69-4AF8-B071-F6562279088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2176272"/>
          <a:ext cx="5399078" cy="0"/>
        </a:xfrm>
        <a:prstGeom prst="line">
          <a:avLst/>
        </a:prstGeom>
        <a:solidFill>
          <a:schemeClr val="lt1">
            <a:alpha val="90000"/>
            <a:tint val="40000"/>
            <a:hueOff val="0"/>
            <a:satOff val="0"/>
            <a:lumOff val="0"/>
            <a:alphaOff val="0"/>
          </a:schemeClr>
        </a:solidFill>
        <a:ln w="15875" cap="rnd" cmpd="sng" algn="ctr">
          <a:solidFill>
            <a:schemeClr val="accent4">
              <a:alpha val="90000"/>
              <a:hueOff val="0"/>
              <a:satOff val="0"/>
              <a:lumOff val="0"/>
              <a:alphaOff val="0"/>
            </a:schemeClr>
          </a:solidFill>
          <a:prstDash val="solid"/>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50372" y="2317674"/>
          <a:ext cx="2199281" cy="4877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endParaRPr lang="en-US" sz="1800" kern="1200" dirty="0">
            <a:latin typeface="+mj-lt"/>
          </a:endParaRPr>
        </a:p>
      </dsp:txBody>
      <dsp:txXfrm>
        <a:off x="150372" y="2317674"/>
        <a:ext cx="2199281" cy="487704"/>
      </dsp:txXfrm>
    </dsp:sp>
    <dsp:sp modelId="{BA29120C-7C6B-4F62-9079-4AD528BC0744}">
      <dsp:nvSpPr>
        <dsp:cNvPr id="0" name=""/>
        <dsp:cNvSpPr/>
      </dsp:nvSpPr>
      <dsp:spPr>
        <a:xfrm>
          <a:off x="421" y="602077"/>
          <a:ext cx="2499183" cy="735872"/>
        </a:xfrm>
        <a:prstGeom prst="roundRect">
          <a:avLst/>
        </a:prstGeom>
        <a:solidFill>
          <a:schemeClr val="accent4">
            <a:alpha val="90000"/>
            <a:tint val="4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j-lt"/>
            </a:rPr>
            <a:t>Scrum Master</a:t>
          </a:r>
        </a:p>
      </dsp:txBody>
      <dsp:txXfrm>
        <a:off x="36343" y="637999"/>
        <a:ext cx="2427339" cy="664028"/>
      </dsp:txXfrm>
    </dsp:sp>
    <dsp:sp modelId="{A95DB80B-444A-4D69-B205-3A801BB8524A}">
      <dsp:nvSpPr>
        <dsp:cNvPr id="0" name=""/>
        <dsp:cNvSpPr/>
      </dsp:nvSpPr>
      <dsp:spPr>
        <a:xfrm>
          <a:off x="1250013" y="1337950"/>
          <a:ext cx="0" cy="820033"/>
        </a:xfrm>
        <a:prstGeom prst="line">
          <a:avLst/>
        </a:prstGeom>
        <a:noFill/>
        <a:ln w="9525"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599898" y="1510588"/>
          <a:ext cx="2199281" cy="4877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endParaRPr lang="en-US" sz="1800" kern="1200" dirty="0">
            <a:latin typeface="+mj-lt"/>
          </a:endParaRPr>
        </a:p>
      </dsp:txBody>
      <dsp:txXfrm>
        <a:off x="1599898" y="1510588"/>
        <a:ext cx="2199281" cy="487704"/>
      </dsp:txXfrm>
    </dsp:sp>
    <dsp:sp modelId="{FA19A0AA-8B0B-4AA8-A80D-08CFFDD3F112}">
      <dsp:nvSpPr>
        <dsp:cNvPr id="0" name=""/>
        <dsp:cNvSpPr/>
      </dsp:nvSpPr>
      <dsp:spPr>
        <a:xfrm>
          <a:off x="1217643" y="2125614"/>
          <a:ext cx="64739" cy="64739"/>
        </a:xfrm>
        <a:prstGeom prst="ellipse">
          <a:avLst/>
        </a:prstGeom>
        <a:solidFill>
          <a:schemeClr val="lt1">
            <a:hueOff val="0"/>
            <a:satOff val="0"/>
            <a:lumOff val="0"/>
            <a:alphaOff val="0"/>
          </a:schemeClr>
        </a:solidFill>
        <a:ln w="15875" cap="rnd"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449947" y="2978017"/>
          <a:ext cx="2499183" cy="735872"/>
        </a:xfrm>
        <a:prstGeom prst="roundRect">
          <a:avLst/>
        </a:prstGeom>
        <a:solidFill>
          <a:schemeClr val="accent4">
            <a:alpha val="90000"/>
            <a:tint val="4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j-lt"/>
            </a:rPr>
            <a:t>Product Owner</a:t>
          </a:r>
        </a:p>
      </dsp:txBody>
      <dsp:txXfrm>
        <a:off x="1485869" y="3013939"/>
        <a:ext cx="2427339" cy="664028"/>
      </dsp:txXfrm>
    </dsp:sp>
    <dsp:sp modelId="{DBD74D6B-057A-432C-9067-BF618C19EB2A}">
      <dsp:nvSpPr>
        <dsp:cNvPr id="0" name=""/>
        <dsp:cNvSpPr/>
      </dsp:nvSpPr>
      <dsp:spPr>
        <a:xfrm>
          <a:off x="2699539" y="2157983"/>
          <a:ext cx="0" cy="820033"/>
        </a:xfrm>
        <a:prstGeom prst="line">
          <a:avLst/>
        </a:prstGeom>
        <a:noFill/>
        <a:ln w="9525"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3049425" y="2317674"/>
          <a:ext cx="2199281" cy="4877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endParaRPr lang="en-US" sz="1800" kern="1200" dirty="0">
            <a:latin typeface="+mj-lt"/>
          </a:endParaRPr>
        </a:p>
      </dsp:txBody>
      <dsp:txXfrm>
        <a:off x="3049425" y="2317674"/>
        <a:ext cx="2199281" cy="487704"/>
      </dsp:txXfrm>
    </dsp:sp>
    <dsp:sp modelId="{0F979253-FD39-4920-BFCA-78C564B167EA}">
      <dsp:nvSpPr>
        <dsp:cNvPr id="0" name=""/>
        <dsp:cNvSpPr/>
      </dsp:nvSpPr>
      <dsp:spPr>
        <a:xfrm>
          <a:off x="2667169" y="2125614"/>
          <a:ext cx="64739" cy="64739"/>
        </a:xfrm>
        <a:prstGeom prst="ellipse">
          <a:avLst/>
        </a:prstGeom>
        <a:solidFill>
          <a:schemeClr val="lt1">
            <a:hueOff val="0"/>
            <a:satOff val="0"/>
            <a:lumOff val="0"/>
            <a:alphaOff val="0"/>
          </a:schemeClr>
        </a:solidFill>
        <a:ln w="15875" cap="rnd"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2899474" y="418109"/>
          <a:ext cx="2499183" cy="919840"/>
        </a:xfrm>
        <a:prstGeom prst="roundRect">
          <a:avLst/>
        </a:prstGeom>
        <a:solidFill>
          <a:schemeClr val="accent4">
            <a:alpha val="90000"/>
            <a:tint val="4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j-lt"/>
            </a:rPr>
            <a:t>Development Team</a:t>
          </a:r>
        </a:p>
      </dsp:txBody>
      <dsp:txXfrm>
        <a:off x="2944377" y="463012"/>
        <a:ext cx="2409377" cy="830034"/>
      </dsp:txXfrm>
    </dsp:sp>
    <dsp:sp modelId="{DCAE8A46-752C-4E82-84CE-E790E1F2918E}">
      <dsp:nvSpPr>
        <dsp:cNvPr id="0" name=""/>
        <dsp:cNvSpPr/>
      </dsp:nvSpPr>
      <dsp:spPr>
        <a:xfrm>
          <a:off x="4149065" y="1337950"/>
          <a:ext cx="0" cy="820033"/>
        </a:xfrm>
        <a:prstGeom prst="line">
          <a:avLst/>
        </a:prstGeom>
        <a:noFill/>
        <a:ln w="9525"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B6459BF8-D2C3-4018-9C28-98667DC203F4}">
      <dsp:nvSpPr>
        <dsp:cNvPr id="0" name=""/>
        <dsp:cNvSpPr/>
      </dsp:nvSpPr>
      <dsp:spPr>
        <a:xfrm>
          <a:off x="4116695" y="2125614"/>
          <a:ext cx="64739" cy="64739"/>
        </a:xfrm>
        <a:prstGeom prst="ellipse">
          <a:avLst/>
        </a:prstGeom>
        <a:solidFill>
          <a:schemeClr val="lt1">
            <a:hueOff val="0"/>
            <a:satOff val="0"/>
            <a:lumOff val="0"/>
            <a:alphaOff val="0"/>
          </a:schemeClr>
        </a:solidFill>
        <a:ln w="15875" cap="rnd"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82B951-AFFF-3499-FDE3-02A7F0BD15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2E5896A-FCE2-110F-B202-A8E435372D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69F83-204D-4778-AAD0-A0F851A3AEEE}" type="datetimeFigureOut">
              <a:rPr lang="en-US" smtClean="0"/>
              <a:t>10/14/2026</a:t>
            </a:fld>
            <a:endParaRPr lang="en-US" dirty="0"/>
          </a:p>
        </p:txBody>
      </p:sp>
      <p:sp>
        <p:nvSpPr>
          <p:cNvPr id="4" name="Footer Placeholder 3">
            <a:extLst>
              <a:ext uri="{FF2B5EF4-FFF2-40B4-BE49-F238E27FC236}">
                <a16:creationId xmlns:a16="http://schemas.microsoft.com/office/drawing/2014/main" id="{911BFBA0-47AD-543A-6AE4-769D8F865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18FC355-FEF6-ED8F-8D0E-F362E204A0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669D59-B021-49CB-887D-52B8FEE1CE18}" type="slidenum">
              <a:rPr lang="en-US" smtClean="0"/>
              <a:t>‹#›</a:t>
            </a:fld>
            <a:endParaRPr lang="en-US" dirty="0"/>
          </a:p>
        </p:txBody>
      </p:sp>
    </p:spTree>
    <p:extLst>
      <p:ext uri="{BB962C8B-B14F-4D97-AF65-F5344CB8AC3E}">
        <p14:creationId xmlns:p14="http://schemas.microsoft.com/office/powerpoint/2010/main" val="281706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E3C21-C3CB-4B8D-9033-56C1B3CE75FA}" type="datetimeFigureOut">
              <a:rPr lang="en-US" smtClean="0"/>
              <a:t>10/14/2026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32C3C-A191-48C2-A7E8-9C96AF841A7A}" type="slidenum">
              <a:rPr lang="en-US" smtClean="0"/>
              <a:t>‹#›</a:t>
            </a:fld>
            <a:endParaRPr lang="en-US" dirty="0"/>
          </a:p>
        </p:txBody>
      </p:sp>
    </p:spTree>
    <p:extLst>
      <p:ext uri="{BB962C8B-B14F-4D97-AF65-F5344CB8AC3E}">
        <p14:creationId xmlns:p14="http://schemas.microsoft.com/office/powerpoint/2010/main" val="18563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a:t>
            </a:fld>
            <a:endParaRPr lang="en-US" dirty="0"/>
          </a:p>
        </p:txBody>
      </p:sp>
    </p:spTree>
    <p:extLst>
      <p:ext uri="{BB962C8B-B14F-4D97-AF65-F5344CB8AC3E}">
        <p14:creationId xmlns:p14="http://schemas.microsoft.com/office/powerpoint/2010/main" val="108604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2</a:t>
            </a:fld>
            <a:endParaRPr lang="en-US" dirty="0"/>
          </a:p>
        </p:txBody>
      </p:sp>
    </p:spTree>
    <p:extLst>
      <p:ext uri="{BB962C8B-B14F-4D97-AF65-F5344CB8AC3E}">
        <p14:creationId xmlns:p14="http://schemas.microsoft.com/office/powerpoint/2010/main" val="3238281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3</a:t>
            </a:fld>
            <a:endParaRPr lang="en-US" dirty="0"/>
          </a:p>
        </p:txBody>
      </p:sp>
    </p:spTree>
    <p:extLst>
      <p:ext uri="{BB962C8B-B14F-4D97-AF65-F5344CB8AC3E}">
        <p14:creationId xmlns:p14="http://schemas.microsoft.com/office/powerpoint/2010/main" val="1649793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4</a:t>
            </a:fld>
            <a:endParaRPr lang="en-US" dirty="0"/>
          </a:p>
        </p:txBody>
      </p:sp>
    </p:spTree>
    <p:extLst>
      <p:ext uri="{BB962C8B-B14F-4D97-AF65-F5344CB8AC3E}">
        <p14:creationId xmlns:p14="http://schemas.microsoft.com/office/powerpoint/2010/main" val="744771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5</a:t>
            </a:fld>
            <a:endParaRPr lang="en-US" dirty="0"/>
          </a:p>
        </p:txBody>
      </p:sp>
    </p:spTree>
    <p:extLst>
      <p:ext uri="{BB962C8B-B14F-4D97-AF65-F5344CB8AC3E}">
        <p14:creationId xmlns:p14="http://schemas.microsoft.com/office/powerpoint/2010/main" val="4016480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6</a:t>
            </a:fld>
            <a:endParaRPr lang="en-US" dirty="0"/>
          </a:p>
        </p:txBody>
      </p:sp>
    </p:spTree>
    <p:extLst>
      <p:ext uri="{BB962C8B-B14F-4D97-AF65-F5344CB8AC3E}">
        <p14:creationId xmlns:p14="http://schemas.microsoft.com/office/powerpoint/2010/main" val="1213355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7</a:t>
            </a:fld>
            <a:endParaRPr lang="en-US" dirty="0"/>
          </a:p>
        </p:txBody>
      </p:sp>
    </p:spTree>
    <p:extLst>
      <p:ext uri="{BB962C8B-B14F-4D97-AF65-F5344CB8AC3E}">
        <p14:creationId xmlns:p14="http://schemas.microsoft.com/office/powerpoint/2010/main" val="38231185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lumMod val="50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BECDFC6B-0742-962E-44A1-19C9C173BB2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0848" y="425303"/>
            <a:ext cx="11305217" cy="6007394"/>
          </a:xfrm>
          <a:prstGeom prst="rect">
            <a:avLst/>
          </a:prstGeom>
          <a:effectLst/>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33046"/>
            <a:ext cx="10571998" cy="3366198"/>
          </a:xfrm>
          <a:ln>
            <a:noFill/>
          </a:ln>
          <a:effectLst/>
        </p:spPr>
        <p:txBody>
          <a:bodyPr/>
          <a:lstStyle>
            <a:lvl1pPr algn="ctr">
              <a:defRPr sz="7200" b="1" spc="-300" baseline="0">
                <a:ln>
                  <a:noFill/>
                </a:ln>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3236985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ADBC817-DA57-A518-5544-0D3B819C7062}"/>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10" name="Graphic 9">
            <a:extLst>
              <a:ext uri="{FF2B5EF4-FFF2-40B4-BE49-F238E27FC236}">
                <a16:creationId xmlns:a16="http://schemas.microsoft.com/office/drawing/2014/main" id="{4873FFF3-C7B6-C678-1B03-17FBD0D5AC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6174" y="425303"/>
            <a:ext cx="5379242" cy="5983435"/>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944217" y="924167"/>
            <a:ext cx="4383156" cy="5009322"/>
          </a:xfrm>
          <a:solidFill>
            <a:schemeClr val="accent1">
              <a:lumMod val="50000"/>
            </a:schemeClr>
          </a:solidFill>
          <a:effectLst>
            <a:outerShdw blurRad="254000" dist="50800" dir="2700000" algn="ctr" rotWithShape="0">
              <a:prstClr val="black">
                <a:alpha val="25000"/>
              </a:prstClr>
            </a:outerShdw>
          </a:effectLst>
        </p:spPr>
        <p:txBody>
          <a:bodyPr anchor="ctr"/>
          <a:lstStyle>
            <a:lvl1pPr algn="ctr">
              <a:defRPr sz="3600" spc="0" baseline="0">
                <a:solidFill>
                  <a:schemeClr val="tx1"/>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6400800" y="924512"/>
            <a:ext cx="4750904" cy="5008977"/>
          </a:xfrm>
        </p:spPr>
        <p:txBody>
          <a:bodyPr/>
          <a:lstStyle>
            <a:lvl1pPr marL="0" indent="0">
              <a:buNone/>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543050" indent="-171450">
              <a:buFont typeface="Arial" panose="020B0604020202020204" pitchFamily="34" charset="0"/>
              <a:buChar char="•"/>
              <a:defRPr/>
            </a:lvl4pPr>
            <a:lvl5pPr marL="2000250" indent="-171450">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79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05E210-05B5-5EA1-C778-30BB3A4942D5}"/>
              </a:ext>
              <a:ext uri="{C183D7F6-B498-43B3-948B-1728B52AA6E4}">
                <adec:decorative xmlns:adec="http://schemas.microsoft.com/office/drawing/2017/decorative" val="1"/>
              </a:ext>
            </a:extLst>
          </p:cNvPr>
          <p:cNvSpPr/>
          <p:nvPr userDrawn="1"/>
        </p:nvSpPr>
        <p:spPr>
          <a:xfrm>
            <a:off x="435935" y="419987"/>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2" name="Picture 1">
            <a:extLst>
              <a:ext uri="{FF2B5EF4-FFF2-40B4-BE49-F238E27FC236}">
                <a16:creationId xmlns:a16="http://schemas.microsoft.com/office/drawing/2014/main" id="{28792193-1165-3487-6FB9-133CB518CE35}"/>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0924" y="-2235006"/>
            <a:ext cx="6010147" cy="11320132"/>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1741064"/>
            <a:ext cx="10571998" cy="1928264"/>
          </a:xfrm>
          <a:ln>
            <a:noFill/>
          </a:ln>
          <a:effectLst/>
        </p:spPr>
        <p:txBody>
          <a:bodyPr/>
          <a:lstStyle>
            <a:lvl1pPr algn="ctr">
              <a:defRPr sz="3600" spc="0" baseline="0">
                <a:ln>
                  <a:noFill/>
                </a:ln>
                <a:solidFill>
                  <a:schemeClr val="accent4">
                    <a:lumMod val="60000"/>
                    <a:lumOff val="40000"/>
                  </a:schemeClr>
                </a:solidFill>
                <a:effectLst/>
              </a:defRPr>
            </a:lvl1pPr>
          </a:lstStyle>
          <a:p>
            <a:r>
              <a:rPr lang="en-US" dirty="0"/>
              <a:t>Click to add title</a:t>
            </a:r>
          </a:p>
        </p:txBody>
      </p:sp>
      <p:sp>
        <p:nvSpPr>
          <p:cNvPr id="3" name="Subtitle 2"/>
          <p:cNvSpPr>
            <a:spLocks noGrp="1"/>
          </p:cNvSpPr>
          <p:nvPr>
            <p:ph type="subTitle" idx="1" hasCustomPrompt="1"/>
          </p:nvPr>
        </p:nvSpPr>
        <p:spPr>
          <a:xfrm>
            <a:off x="810000" y="3694102"/>
            <a:ext cx="10572000" cy="896468"/>
          </a:xfrm>
          <a:effectLst/>
        </p:spPr>
        <p:txBody>
          <a:bodyPr anchor="ctr">
            <a:normAutofit/>
          </a:bodyPr>
          <a:lstStyle>
            <a:lvl1pPr marL="0" indent="0" algn="ctr">
              <a:buNone/>
              <a:defRPr sz="18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3480000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1">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905615-9FD2-EBB3-89AB-555B373EBBEB}"/>
              </a:ext>
              <a:ext uri="{C183D7F6-B498-43B3-948B-1728B52AA6E4}">
                <adec:decorative xmlns:adec="http://schemas.microsoft.com/office/drawing/2017/decorative" val="1"/>
              </a:ext>
            </a:extLst>
          </p:cNvPr>
          <p:cNvSpPr/>
          <p:nvPr userDrawn="1"/>
        </p:nvSpPr>
        <p:spPr>
          <a:xfrm>
            <a:off x="4623955" y="414670"/>
            <a:ext cx="7132110" cy="601802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Rectangle 11">
            <a:extLst>
              <a:ext uri="{FF2B5EF4-FFF2-40B4-BE49-F238E27FC236}">
                <a16:creationId xmlns:a16="http://schemas.microsoft.com/office/drawing/2014/main" id="{E2B638DB-3E00-7F4B-D4B7-9D7F0905639D}"/>
              </a:ext>
              <a:ext uri="{C183D7F6-B498-43B3-948B-1728B52AA6E4}">
                <adec:decorative xmlns:adec="http://schemas.microsoft.com/office/drawing/2017/decorative" val="1"/>
              </a:ext>
            </a:extLst>
          </p:cNvPr>
          <p:cNvSpPr/>
          <p:nvPr userDrawn="1"/>
        </p:nvSpPr>
        <p:spPr>
          <a:xfrm>
            <a:off x="440459" y="420624"/>
            <a:ext cx="4183496" cy="6016752"/>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10EED07-CDD5-9244-28FA-5195E67951C1}"/>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35934" y="422551"/>
            <a:ext cx="4183495" cy="6010146"/>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50717" y="924339"/>
            <a:ext cx="3990110" cy="5009322"/>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3" name="Content Placeholder 9">
            <a:extLst>
              <a:ext uri="{FF2B5EF4-FFF2-40B4-BE49-F238E27FC236}">
                <a16:creationId xmlns:a16="http://schemas.microsoft.com/office/drawing/2014/main" id="{B5AB4E8D-8B32-8B00-8152-856C592BAB39}"/>
              </a:ext>
            </a:extLst>
          </p:cNvPr>
          <p:cNvSpPr>
            <a:spLocks noGrp="1"/>
          </p:cNvSpPr>
          <p:nvPr>
            <p:ph sz="quarter" idx="10" hasCustomPrompt="1"/>
          </p:nvPr>
        </p:nvSpPr>
        <p:spPr>
          <a:xfrm>
            <a:off x="5346793" y="924340"/>
            <a:ext cx="5684373" cy="5009322"/>
          </a:xfrm>
          <a:effectLst/>
        </p:spPr>
        <p:txBody>
          <a:bodyPr lIns="0" rIns="0" anchor="ctr"/>
          <a:lstStyle>
            <a:lvl1pPr marL="0" indent="0">
              <a:lnSpc>
                <a:spcPct val="150000"/>
              </a:lnSpc>
              <a:spcBef>
                <a:spcPts val="0"/>
              </a:spcBef>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1pPr>
            <a:lvl2pPr marL="4572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2pPr>
            <a:lvl3pPr marL="9144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3pPr>
            <a:lvl4pPr marL="13716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4pPr>
            <a:lvl5pPr marL="18288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37692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3">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4A700F-42CA-D7A9-D709-C0017521B294}"/>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rgbClr val="F9E0B9"/>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Graphic 7">
            <a:extLst>
              <a:ext uri="{FF2B5EF4-FFF2-40B4-BE49-F238E27FC236}">
                <a16:creationId xmlns:a16="http://schemas.microsoft.com/office/drawing/2014/main" id="{961DA139-D8FD-A752-758D-4F836DFB2524}"/>
              </a:ext>
              <a:ext uri="{C183D7F6-B498-43B3-948B-1728B52AA6E4}">
                <adec:decorative xmlns:adec="http://schemas.microsoft.com/office/drawing/2017/decorative" val="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rot="16200000" flipH="1">
            <a:off x="210940" y="1589892"/>
            <a:ext cx="5245922" cy="3667583"/>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485516" y="1433219"/>
            <a:ext cx="5695102" cy="2092049"/>
          </a:xfrm>
          <a:noFill/>
          <a:effectLst/>
        </p:spPr>
        <p:txBody>
          <a:bodyPr anchor="b"/>
          <a:lstStyle>
            <a:lvl1pPr algn="ctr">
              <a:defRPr sz="3600" spc="0" baseline="0">
                <a:solidFill>
                  <a:schemeClr val="accent1">
                    <a:lumMod val="50000"/>
                  </a:schemeClr>
                </a:solidFill>
                <a:effectLst/>
              </a:defRPr>
            </a:lvl1pPr>
          </a:lstStyle>
          <a:p>
            <a:r>
              <a:rPr lang="en-US" dirty="0"/>
              <a:t>Click to add title</a:t>
            </a:r>
          </a:p>
        </p:txBody>
      </p:sp>
      <p:sp>
        <p:nvSpPr>
          <p:cNvPr id="7" name="Picture Placeholder 6">
            <a:extLst>
              <a:ext uri="{FF2B5EF4-FFF2-40B4-BE49-F238E27FC236}">
                <a16:creationId xmlns:a16="http://schemas.microsoft.com/office/drawing/2014/main" id="{C96F37D4-7152-EA75-8D7D-D8F7D6DD9C4C}"/>
              </a:ext>
            </a:extLst>
          </p:cNvPr>
          <p:cNvSpPr>
            <a:spLocks noGrp="1"/>
          </p:cNvSpPr>
          <p:nvPr>
            <p:ph type="pic" sz="quarter" idx="11"/>
          </p:nvPr>
        </p:nvSpPr>
        <p:spPr>
          <a:xfrm>
            <a:off x="1350099" y="1974707"/>
            <a:ext cx="2907792" cy="2907792"/>
          </a:xfrm>
          <a:solidFill>
            <a:srgbClr val="F9E0B9"/>
          </a:solidFill>
          <a:effectLst/>
        </p:spPr>
        <p:txBody>
          <a:bodyPr anchor="t"/>
          <a:lstStyle>
            <a:lvl1pPr marL="0" indent="0" algn="ctr">
              <a:buNone/>
              <a:defRPr>
                <a:solidFill>
                  <a:schemeClr val="accent1">
                    <a:lumMod val="50000"/>
                  </a:schemeClr>
                </a:solidFill>
              </a:defRPr>
            </a:lvl1pPr>
          </a:lstStyle>
          <a:p>
            <a:r>
              <a:rPr lang="en-US"/>
              <a:t>Click icon to add picture</a:t>
            </a:r>
            <a:endParaRPr lang="en-US" dirty="0"/>
          </a:p>
        </p:txBody>
      </p:sp>
      <p:sp>
        <p:nvSpPr>
          <p:cNvPr id="3" name="Content Placeholder 9">
            <a:extLst>
              <a:ext uri="{FF2B5EF4-FFF2-40B4-BE49-F238E27FC236}">
                <a16:creationId xmlns:a16="http://schemas.microsoft.com/office/drawing/2014/main" id="{AFBE5B12-0D10-DA99-093A-2C4FB738B21C}"/>
              </a:ext>
            </a:extLst>
          </p:cNvPr>
          <p:cNvSpPr>
            <a:spLocks noGrp="1"/>
          </p:cNvSpPr>
          <p:nvPr>
            <p:ph sz="quarter" idx="10" hasCustomPrompt="1"/>
          </p:nvPr>
        </p:nvSpPr>
        <p:spPr>
          <a:xfrm>
            <a:off x="5496789" y="3525268"/>
            <a:ext cx="5683829" cy="2595429"/>
          </a:xfrm>
          <a:effectLst/>
        </p:spPr>
        <p:txBody>
          <a:bodyPr anchor="t"/>
          <a:lstStyle>
            <a:lvl1pPr marL="0" indent="0" algn="ctr">
              <a:lnSpc>
                <a:spcPct val="150000"/>
              </a:lnSpc>
              <a:spcBef>
                <a:spcPts val="0"/>
              </a:spcBef>
              <a:buNone/>
              <a:defRPr b="1">
                <a:solidFill>
                  <a:schemeClr val="accent1">
                    <a:lumMod val="50000"/>
                  </a:schemeClr>
                </a:solidFill>
              </a:defRPr>
            </a:lvl1pPr>
            <a:lvl2pPr algn="ctr">
              <a:buClr>
                <a:schemeClr val="accent1">
                  <a:lumMod val="50000"/>
                </a:schemeClr>
              </a:buClr>
              <a:defRPr>
                <a:solidFill>
                  <a:schemeClr val="accent1">
                    <a:lumMod val="50000"/>
                  </a:schemeClr>
                </a:solidFill>
              </a:defRPr>
            </a:lvl2pPr>
            <a:lvl3pPr algn="ctr">
              <a:buClr>
                <a:schemeClr val="accent1">
                  <a:lumMod val="50000"/>
                </a:schemeClr>
              </a:buClr>
              <a:defRPr>
                <a:solidFill>
                  <a:schemeClr val="accent1">
                    <a:lumMod val="50000"/>
                  </a:schemeClr>
                </a:solidFill>
              </a:defRPr>
            </a:lvl3pPr>
            <a:lvl4pPr algn="ctr">
              <a:buClr>
                <a:schemeClr val="accent1">
                  <a:lumMod val="50000"/>
                </a:schemeClr>
              </a:buClr>
              <a:defRPr>
                <a:solidFill>
                  <a:schemeClr val="accent1">
                    <a:lumMod val="50000"/>
                  </a:schemeClr>
                </a:solidFill>
              </a:defRPr>
            </a:lvl4pPr>
            <a:lvl5pPr algn="ctr">
              <a:buClr>
                <a:schemeClr val="accent1">
                  <a:lumMod val="50000"/>
                </a:schemeClr>
              </a:buCl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9950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633845"/>
            <a:ext cx="3990110" cy="219248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7" name="Content Placeholder 6">
            <a:extLst>
              <a:ext uri="{FF2B5EF4-FFF2-40B4-BE49-F238E27FC236}">
                <a16:creationId xmlns:a16="http://schemas.microsoft.com/office/drawing/2014/main" id="{B15614EF-4CFA-2D69-0F78-9D7409E2337E}"/>
              </a:ext>
            </a:extLst>
          </p:cNvPr>
          <p:cNvSpPr>
            <a:spLocks noGrp="1"/>
          </p:cNvSpPr>
          <p:nvPr>
            <p:ph sz="quarter" idx="11" hasCustomPrompt="1"/>
          </p:nvPr>
        </p:nvSpPr>
        <p:spPr>
          <a:xfrm>
            <a:off x="747423" y="3174531"/>
            <a:ext cx="3772622" cy="3122360"/>
          </a:xfrm>
          <a:effectLst/>
        </p:spPr>
        <p:txBody>
          <a:bodyPr rIns="274320" anchor="t"/>
          <a:lstStyle>
            <a:lvl1pPr marL="283464" indent="-283464">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237732" y="946205"/>
            <a:ext cx="5971020" cy="5161655"/>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164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roduction 2">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3E625C-F0A4-564D-CEE2-6B3595CEB038}"/>
              </a:ext>
              <a:ext uri="{C183D7F6-B498-43B3-948B-1728B52AA6E4}">
                <adec:decorative xmlns:adec="http://schemas.microsoft.com/office/drawing/2017/decorative" val="1"/>
              </a:ext>
            </a:extLst>
          </p:cNvPr>
          <p:cNvSpPr/>
          <p:nvPr userDrawn="1"/>
        </p:nvSpPr>
        <p:spPr>
          <a:xfrm>
            <a:off x="5961889" y="0"/>
            <a:ext cx="6230111"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5997EA3E-49E5-518D-63DB-0BD43D3ACFCD}"/>
              </a:ext>
            </a:extLst>
          </p:cNvPr>
          <p:cNvSpPr>
            <a:spLocks noGrp="1"/>
          </p:cNvSpPr>
          <p:nvPr>
            <p:ph type="title"/>
          </p:nvPr>
        </p:nvSpPr>
        <p:spPr>
          <a:xfrm>
            <a:off x="6577445" y="157637"/>
            <a:ext cx="4851694" cy="2190705"/>
          </a:xfrm>
          <a:noFill/>
          <a:effectLst/>
        </p:spPr>
        <p:txBody>
          <a:bodyPr anchor="b"/>
          <a:lstStyle>
            <a:lvl1pPr algn="l">
              <a:defRPr sz="3600" spc="0" baseline="0">
                <a:solidFill>
                  <a:schemeClr val="accent1">
                    <a:lumMod val="50000"/>
                  </a:schemeClr>
                </a:solidFill>
                <a:effectLst/>
              </a:defRPr>
            </a:lvl1pPr>
          </a:lstStyle>
          <a:p>
            <a:r>
              <a:rPr lang="en-US"/>
              <a:t>Click to edit Master title style</a:t>
            </a:r>
            <a:endParaRPr lang="en-US" dirty="0"/>
          </a:p>
        </p:txBody>
      </p:sp>
      <p:sp>
        <p:nvSpPr>
          <p:cNvPr id="3" name="Rectangle 2">
            <a:extLst>
              <a:ext uri="{FF2B5EF4-FFF2-40B4-BE49-F238E27FC236}">
                <a16:creationId xmlns:a16="http://schemas.microsoft.com/office/drawing/2014/main" id="{BB4D8C78-00C3-F3D7-17C3-F1667E463E12}"/>
              </a:ext>
              <a:ext uri="{C183D7F6-B498-43B3-948B-1728B52AA6E4}">
                <adec:decorative xmlns:adec="http://schemas.microsoft.com/office/drawing/2017/decorative" val="1"/>
              </a:ext>
            </a:extLst>
          </p:cNvPr>
          <p:cNvSpPr/>
          <p:nvPr userDrawn="1"/>
        </p:nvSpPr>
        <p:spPr>
          <a:xfrm>
            <a:off x="380999" y="422551"/>
            <a:ext cx="5124893"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c</a:t>
            </a:r>
          </a:p>
        </p:txBody>
      </p:sp>
      <p:pic>
        <p:nvPicPr>
          <p:cNvPr id="4" name="Graphic 3">
            <a:extLst>
              <a:ext uri="{FF2B5EF4-FFF2-40B4-BE49-F238E27FC236}">
                <a16:creationId xmlns:a16="http://schemas.microsoft.com/office/drawing/2014/main" id="{F13E61FD-F54A-5F86-FCED-3BD4C8AA42E7}"/>
              </a:ext>
              <a:ext uri="{C183D7F6-B498-43B3-948B-1728B52AA6E4}">
                <adec:decorative xmlns:adec="http://schemas.microsoft.com/office/drawing/2017/decorative" val="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flipH="1">
            <a:off x="659106" y="3429000"/>
            <a:ext cx="4589830" cy="2780414"/>
          </a:xfrm>
          <a:prstGeom prst="rect">
            <a:avLst/>
          </a:prstGeom>
        </p:spPr>
      </p:pic>
      <p:sp>
        <p:nvSpPr>
          <p:cNvPr id="6" name="Rectangle 5">
            <a:extLst>
              <a:ext uri="{FF2B5EF4-FFF2-40B4-BE49-F238E27FC236}">
                <a16:creationId xmlns:a16="http://schemas.microsoft.com/office/drawing/2014/main" id="{A9F0290F-2D31-F9FB-AD35-B76947AF146F}"/>
              </a:ext>
              <a:ext uri="{C183D7F6-B498-43B3-948B-1728B52AA6E4}">
                <adec:decorative xmlns:adec="http://schemas.microsoft.com/office/drawing/2017/decorative" val="1"/>
              </a:ext>
            </a:extLst>
          </p:cNvPr>
          <p:cNvSpPr/>
          <p:nvPr userDrawn="1"/>
        </p:nvSpPr>
        <p:spPr>
          <a:xfrm>
            <a:off x="123686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a:extLst>
              <a:ext uri="{FF2B5EF4-FFF2-40B4-BE49-F238E27FC236}">
                <a16:creationId xmlns:a16="http://schemas.microsoft.com/office/drawing/2014/main" id="{7347A5B6-0F99-C044-C209-F3190EEFA371}"/>
              </a:ext>
            </a:extLst>
          </p:cNvPr>
          <p:cNvSpPr>
            <a:spLocks noGrp="1"/>
          </p:cNvSpPr>
          <p:nvPr>
            <p:ph type="pic" sz="quarter" idx="11"/>
          </p:nvPr>
        </p:nvSpPr>
        <p:spPr>
          <a:xfrm>
            <a:off x="1236663" y="776288"/>
            <a:ext cx="3433762" cy="5018087"/>
          </a:xfrm>
        </p:spPr>
        <p:txBody>
          <a:bodyPr anchor="t"/>
          <a:lstStyle>
            <a:lvl1pPr marL="0" indent="0" algn="ctr">
              <a:buNone/>
              <a:defRPr/>
            </a:lvl1pPr>
          </a:lstStyle>
          <a:p>
            <a:r>
              <a:rPr lang="en-US"/>
              <a:t>Click icon to add picture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6592615" y="2505979"/>
            <a:ext cx="4837385" cy="3926717"/>
          </a:xfrm>
          <a:effectLst/>
        </p:spPr>
        <p:txBody>
          <a:bodyPr anchor="t"/>
          <a:lstStyle>
            <a:lvl1pPr marL="0" indent="0">
              <a:lnSpc>
                <a:spcPct val="150000"/>
              </a:lnSpc>
              <a:spcBef>
                <a:spcPts val="0"/>
              </a:spcBef>
              <a:spcAft>
                <a:spcPts val="0"/>
              </a:spcAft>
              <a:buClr>
                <a:schemeClr val="accent1">
                  <a:lumMod val="50000"/>
                </a:schemeClr>
              </a:buClr>
              <a:buFont typeface="Arial" panose="020B0604020202020204" pitchFamily="34" charset="0"/>
              <a:buNone/>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marL="285750" marR="0" lvl="0" indent="-285750" algn="l" defTabSz="457200" rtl="0" eaLnBrk="1" fontAlgn="auto" latinLnBrk="0" hangingPunct="1">
              <a:lnSpc>
                <a:spcPct val="150000"/>
              </a:lnSpc>
              <a:spcBef>
                <a:spcPts val="0"/>
              </a:spcBef>
              <a:spcAft>
                <a:spcPts val="0"/>
              </a:spcAft>
              <a:buClr>
                <a:schemeClr val="accent1">
                  <a:lumMod val="50000"/>
                </a:schemeClr>
              </a:buClr>
              <a:buSzTx/>
              <a:buFont typeface="Arial" panose="020B0604020202020204" pitchFamily="34" charset="0"/>
              <a:buChar char="•"/>
              <a:tabLst/>
              <a:defRPr/>
            </a:pPr>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668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4">
    <p:bg>
      <p:bgPr>
        <a:solidFill>
          <a:schemeClr val="accent1">
            <a:lumMod val="5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DB3CB-355C-968A-7F5F-71E0350408BA}"/>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2" y="0"/>
            <a:ext cx="12192001" cy="6858000"/>
          </a:xfrm>
          <a:prstGeom prst="rect">
            <a:avLst/>
          </a:prstGeom>
        </p:spPr>
      </p:pic>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924339"/>
            <a:ext cx="3990110" cy="500932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153836" y="1371602"/>
            <a:ext cx="6177309" cy="1953489"/>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A087279F-936E-0F41-B533-7990D668D7CF}"/>
              </a:ext>
              <a:ext uri="{C183D7F6-B498-43B3-948B-1728B52AA6E4}">
                <adec:decorative xmlns:adec="http://schemas.microsoft.com/office/drawing/2017/decorative" val="1"/>
              </a:ext>
            </a:extLst>
          </p:cNvPr>
          <p:cNvCxnSpPr>
            <a:cxnSpLocks/>
          </p:cNvCxnSpPr>
          <p:nvPr userDrawn="1"/>
        </p:nvCxnSpPr>
        <p:spPr>
          <a:xfrm>
            <a:off x="5153836" y="3446156"/>
            <a:ext cx="6177309" cy="0"/>
          </a:xfrm>
          <a:prstGeom prst="line">
            <a:avLst/>
          </a:prstGeom>
          <a:ln w="1905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9">
            <a:extLst>
              <a:ext uri="{FF2B5EF4-FFF2-40B4-BE49-F238E27FC236}">
                <a16:creationId xmlns:a16="http://schemas.microsoft.com/office/drawing/2014/main" id="{CDD03AA1-6D53-FEB1-9B22-57C1066DA336}"/>
              </a:ext>
            </a:extLst>
          </p:cNvPr>
          <p:cNvSpPr>
            <a:spLocks noGrp="1"/>
          </p:cNvSpPr>
          <p:nvPr>
            <p:ph sz="quarter" idx="11" hasCustomPrompt="1"/>
          </p:nvPr>
        </p:nvSpPr>
        <p:spPr>
          <a:xfrm>
            <a:off x="5153836" y="3745924"/>
            <a:ext cx="6177309" cy="2238918"/>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9371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85800"/>
            <a:ext cx="10571998" cy="2983528"/>
          </a:xfrm>
          <a:effectLst/>
        </p:spPr>
        <p:txBody>
          <a:bodyPr/>
          <a:lstStyle>
            <a:lvl1pPr algn="ctr">
              <a:defRPr sz="3600" spc="0" baseline="0">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4023403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1">
            <a:lumMod val="50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2B799F-04B8-4A62-EB7D-F17311231B8E}"/>
              </a:ext>
              <a:ext uri="{C183D7F6-B498-43B3-948B-1728B52AA6E4}">
                <adec:decorative xmlns:adec="http://schemas.microsoft.com/office/drawing/2017/decorative" val="1"/>
              </a:ext>
            </a:extLst>
          </p:cNvPr>
          <p:cNvSpPr/>
          <p:nvPr userDrawn="1"/>
        </p:nvSpPr>
        <p:spPr>
          <a:xfrm>
            <a:off x="7556500" y="0"/>
            <a:ext cx="4635500"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7" name="Rectangle 6">
            <a:extLst>
              <a:ext uri="{FF2B5EF4-FFF2-40B4-BE49-F238E27FC236}">
                <a16:creationId xmlns:a16="http://schemas.microsoft.com/office/drawing/2014/main" id="{08F310BE-5861-E73D-5979-D11A971516CF}"/>
              </a:ext>
              <a:ext uri="{C183D7F6-B498-43B3-948B-1728B52AA6E4}">
                <adec:decorative xmlns:adec="http://schemas.microsoft.com/office/drawing/2017/decorative" val="1"/>
              </a:ext>
            </a:extLst>
          </p:cNvPr>
          <p:cNvSpPr/>
          <p:nvPr userDrawn="1"/>
        </p:nvSpPr>
        <p:spPr>
          <a:xfrm>
            <a:off x="500270" y="487680"/>
            <a:ext cx="6482080" cy="5902960"/>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Picture 7">
            <a:extLst>
              <a:ext uri="{FF2B5EF4-FFF2-40B4-BE49-F238E27FC236}">
                <a16:creationId xmlns:a16="http://schemas.microsoft.com/office/drawing/2014/main" id="{AA12F5E6-EC22-5E10-94FB-5E546A7B912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95630" y="477518"/>
            <a:ext cx="6482079" cy="5913121"/>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036952" y="477518"/>
            <a:ext cx="3829465" cy="2693887"/>
          </a:xfrm>
          <a:noFill/>
          <a:effectLst/>
        </p:spPr>
        <p:txBody>
          <a:bodyPr anchor="b"/>
          <a:lstStyle>
            <a:lvl1pPr algn="l">
              <a:defRPr sz="3600" spc="0" baseline="0">
                <a:solidFill>
                  <a:schemeClr val="accent1">
                    <a:lumMod val="50000"/>
                  </a:schemeClr>
                </a:solidFill>
                <a:effectLst/>
              </a:defRPr>
            </a:lvl1pPr>
          </a:lstStyle>
          <a:p>
            <a:r>
              <a:rPr lang="en-US" dirty="0"/>
              <a:t>Click to add title</a:t>
            </a:r>
          </a:p>
        </p:txBody>
      </p:sp>
      <p:sp>
        <p:nvSpPr>
          <p:cNvPr id="13" name="Table Placeholder 12">
            <a:extLst>
              <a:ext uri="{FF2B5EF4-FFF2-40B4-BE49-F238E27FC236}">
                <a16:creationId xmlns:a16="http://schemas.microsoft.com/office/drawing/2014/main" id="{14BBA88A-FAA8-CE13-2A76-BF8B014AE343}"/>
              </a:ext>
            </a:extLst>
          </p:cNvPr>
          <p:cNvSpPr>
            <a:spLocks noGrp="1"/>
          </p:cNvSpPr>
          <p:nvPr>
            <p:ph type="tbl" sz="quarter" idx="11"/>
          </p:nvPr>
        </p:nvSpPr>
        <p:spPr>
          <a:xfrm>
            <a:off x="952500" y="909638"/>
            <a:ext cx="5578475" cy="5038725"/>
          </a:xfrm>
        </p:spPr>
        <p:txBody>
          <a:bodyPr anchor="t"/>
          <a:lstStyle>
            <a:lvl1pPr marL="0" indent="0" algn="ctr">
              <a:buNone/>
              <a:defRPr/>
            </a:lvl1pPr>
          </a:lstStyle>
          <a:p>
            <a:r>
              <a:rPr lang="en-US"/>
              <a:t>Click icon to add table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8036953" y="3449781"/>
            <a:ext cx="3829465" cy="2940860"/>
          </a:xfrm>
          <a:effectLst/>
        </p:spPr>
        <p:txBody>
          <a:bodyPr anchor="t"/>
          <a:lstStyle>
            <a:lvl1pPr marL="2857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81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488373" y="571501"/>
            <a:ext cx="11139054" cy="1028699"/>
          </a:xfrm>
          <a:effectLst/>
        </p:spPr>
        <p:txBody>
          <a:bodyPr anchor="ctr"/>
          <a:lstStyle>
            <a:lvl1pPr algn="ctr">
              <a:defRPr sz="3600" spc="0" baseline="0">
                <a:solidFill>
                  <a:schemeClr val="tx1"/>
                </a:solidFill>
                <a:effectLst/>
              </a:defRPr>
            </a:lvl1pPr>
          </a:lstStyle>
          <a:p>
            <a:r>
              <a:rPr lang="en-US" dirty="0"/>
              <a:t>Click to add title</a:t>
            </a:r>
          </a:p>
        </p:txBody>
      </p:sp>
      <p:sp>
        <p:nvSpPr>
          <p:cNvPr id="11" name="Table Placeholder 10">
            <a:extLst>
              <a:ext uri="{FF2B5EF4-FFF2-40B4-BE49-F238E27FC236}">
                <a16:creationId xmlns:a16="http://schemas.microsoft.com/office/drawing/2014/main" id="{E10735F5-6B7D-348D-AC70-8BC10CB5F70A}"/>
              </a:ext>
            </a:extLst>
          </p:cNvPr>
          <p:cNvSpPr>
            <a:spLocks noGrp="1"/>
          </p:cNvSpPr>
          <p:nvPr>
            <p:ph type="tbl" sz="quarter" idx="10"/>
          </p:nvPr>
        </p:nvSpPr>
        <p:spPr>
          <a:xfrm>
            <a:off x="838200" y="1860550"/>
            <a:ext cx="10515600" cy="4198938"/>
          </a:xfrm>
        </p:spPr>
        <p:txBody>
          <a:bodyPr anchor="t"/>
          <a:lstStyle>
            <a:lvl1pPr marL="0" indent="0" algn="ctr">
              <a:buNone/>
              <a:defRPr/>
            </a:lvl1pPr>
          </a:lstStyle>
          <a:p>
            <a:r>
              <a:rPr lang="en-US"/>
              <a:t>Click icon to add table</a:t>
            </a:r>
            <a:endParaRPr lang="en-US" dirty="0"/>
          </a:p>
        </p:txBody>
      </p:sp>
    </p:spTree>
    <p:extLst>
      <p:ext uri="{BB962C8B-B14F-4D97-AF65-F5344CB8AC3E}">
        <p14:creationId xmlns:p14="http://schemas.microsoft.com/office/powerpoint/2010/main" val="1912634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lumMod val="5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FDAFCA1-BDD9-1108-8F95-E3FC1A7935C1}"/>
              </a:ext>
              <a:ext uri="{C183D7F6-B498-43B3-948B-1728B52AA6E4}">
                <adec:decorative xmlns:adec="http://schemas.microsoft.com/office/drawing/2017/decorative" val="1"/>
              </a:ext>
            </a:extLst>
          </p:cNvPr>
          <p:cNvGrpSpPr/>
          <p:nvPr userDrawn="1"/>
        </p:nvGrpSpPr>
        <p:grpSpPr>
          <a:xfrm rot="10800000">
            <a:off x="0" y="0"/>
            <a:ext cx="11532896" cy="6858000"/>
            <a:chOff x="659106" y="0"/>
            <a:chExt cx="11532896" cy="6858000"/>
          </a:xfrm>
        </p:grpSpPr>
        <p:sp>
          <p:nvSpPr>
            <p:cNvPr id="3" name="Rectangle 2">
              <a:extLst>
                <a:ext uri="{FF2B5EF4-FFF2-40B4-BE49-F238E27FC236}">
                  <a16:creationId xmlns:a16="http://schemas.microsoft.com/office/drawing/2014/main" id="{E4BFDB24-6BE4-2FC0-F772-DC1DE926E485}"/>
                </a:ext>
              </a:extLst>
            </p:cNvPr>
            <p:cNvSpPr/>
            <p:nvPr/>
          </p:nvSpPr>
          <p:spPr>
            <a:xfrm>
              <a:off x="5995086" y="0"/>
              <a:ext cx="6196916"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Graphic 3">
              <a:extLst>
                <a:ext uri="{FF2B5EF4-FFF2-40B4-BE49-F238E27FC236}">
                  <a16:creationId xmlns:a16="http://schemas.microsoft.com/office/drawing/2014/main" id="{131EABEA-AB8A-5E4C-A6DD-8F32B70E90A3}"/>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flipH="1">
              <a:off x="659106" y="1956391"/>
              <a:ext cx="4878094" cy="2780414"/>
            </a:xfrm>
            <a:prstGeom prst="rect">
              <a:avLst/>
            </a:prstGeom>
          </p:spPr>
        </p:pic>
        <p:sp>
          <p:nvSpPr>
            <p:cNvPr id="5" name="Rectangle 4">
              <a:extLst>
                <a:ext uri="{FF2B5EF4-FFF2-40B4-BE49-F238E27FC236}">
                  <a16:creationId xmlns:a16="http://schemas.microsoft.com/office/drawing/2014/main" id="{D2279AAC-0D81-D3CD-3F0F-E8CEE0F56D43}"/>
                </a:ext>
              </a:extLst>
            </p:cNvPr>
            <p:cNvSpPr/>
            <p:nvPr/>
          </p:nvSpPr>
          <p:spPr>
            <a:xfrm>
              <a:off x="132830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617542" y="132080"/>
            <a:ext cx="4928894" cy="6507711"/>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1" name="Picture Placeholder 10">
            <a:extLst>
              <a:ext uri="{FF2B5EF4-FFF2-40B4-BE49-F238E27FC236}">
                <a16:creationId xmlns:a16="http://schemas.microsoft.com/office/drawing/2014/main" id="{E0720B2D-C199-57FA-9453-DBFB607BA983}"/>
              </a:ext>
            </a:extLst>
          </p:cNvPr>
          <p:cNvSpPr>
            <a:spLocks noGrp="1"/>
          </p:cNvSpPr>
          <p:nvPr>
            <p:ph type="pic" sz="quarter" idx="10"/>
          </p:nvPr>
        </p:nvSpPr>
        <p:spPr>
          <a:xfrm>
            <a:off x="7429500" y="992188"/>
            <a:ext cx="3425825" cy="5018087"/>
          </a:xfrm>
        </p:spPr>
        <p:txBody>
          <a:bodyPr anchor="t"/>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3159858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Columns">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11222B-29F6-BF2A-09DE-82F659638940}"/>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3" name="Rectangle 2">
            <a:extLst>
              <a:ext uri="{FF2B5EF4-FFF2-40B4-BE49-F238E27FC236}">
                <a16:creationId xmlns:a16="http://schemas.microsoft.com/office/drawing/2014/main" id="{B035F993-EADB-1C5A-7158-41E510B706E0}"/>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4" name="Rectangle 3">
            <a:extLst>
              <a:ext uri="{FF2B5EF4-FFF2-40B4-BE49-F238E27FC236}">
                <a16:creationId xmlns:a16="http://schemas.microsoft.com/office/drawing/2014/main" id="{AB12E34E-DBAF-BA5D-15D9-E69A05535785}"/>
              </a:ext>
              <a:ext uri="{C183D7F6-B498-43B3-948B-1728B52AA6E4}">
                <adec:decorative xmlns:adec="http://schemas.microsoft.com/office/drawing/2017/decorative" val="1"/>
              </a:ext>
            </a:extLst>
          </p:cNvPr>
          <p:cNvSpPr/>
          <p:nvPr userDrawn="1"/>
        </p:nvSpPr>
        <p:spPr>
          <a:xfrm>
            <a:off x="381000" y="1889759"/>
            <a:ext cx="11424920" cy="454293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571499"/>
            <a:ext cx="11118274" cy="1154114"/>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5" name="Content Placeholder 9">
            <a:extLst>
              <a:ext uri="{FF2B5EF4-FFF2-40B4-BE49-F238E27FC236}">
                <a16:creationId xmlns:a16="http://schemas.microsoft.com/office/drawing/2014/main" id="{0BF6A552-CE6A-3977-8507-74A1C4C4B5A0}"/>
              </a:ext>
            </a:extLst>
          </p:cNvPr>
          <p:cNvSpPr>
            <a:spLocks noGrp="1"/>
          </p:cNvSpPr>
          <p:nvPr>
            <p:ph sz="quarter" idx="17" hasCustomPrompt="1"/>
          </p:nvPr>
        </p:nvSpPr>
        <p:spPr>
          <a:xfrm>
            <a:off x="841667" y="2461056"/>
            <a:ext cx="3626424" cy="3721535"/>
          </a:xfrm>
          <a:effectLst/>
        </p:spPr>
        <p:txBody>
          <a:bodyPr anchor="t">
            <a:normAutofit/>
          </a:bodyPr>
          <a:lstStyle>
            <a:lvl1pPr marL="285750" indent="-285750">
              <a:lnSpc>
                <a:spcPct val="120000"/>
              </a:lnSpc>
              <a:spcBef>
                <a:spcPts val="600"/>
              </a:spcBef>
              <a:spcAft>
                <a:spcPts val="1200"/>
              </a:spcAft>
              <a:buClr>
                <a:schemeClr val="accent1">
                  <a:lumMod val="50000"/>
                </a:schemeClr>
              </a:buClr>
              <a:buFont typeface="Arial" panose="020B0604020202020204" pitchFamily="34" charset="0"/>
              <a:buChar char="•"/>
              <a:defRPr sz="1800">
                <a:solidFill>
                  <a:schemeClr val="accent1">
                    <a:lumMod val="50000"/>
                  </a:schemeClr>
                </a:solidFill>
              </a:defRPr>
            </a:lvl1pPr>
            <a:lvl2pPr marL="742950" indent="-285750">
              <a:lnSpc>
                <a:spcPct val="120000"/>
              </a:lnSpc>
              <a:spcAft>
                <a:spcPts val="1200"/>
              </a:spcAft>
              <a:buClr>
                <a:schemeClr val="accent1">
                  <a:lumMod val="50000"/>
                </a:schemeClr>
              </a:buClr>
              <a:buFont typeface="Arial" panose="020B0604020202020204" pitchFamily="34" charset="0"/>
              <a:buChar char="•"/>
              <a:defRPr sz="1600">
                <a:solidFill>
                  <a:schemeClr val="accent1">
                    <a:lumMod val="50000"/>
                  </a:schemeClr>
                </a:solidFill>
              </a:defRPr>
            </a:lvl2pPr>
            <a:lvl3pPr marL="1143000" indent="-228600">
              <a:lnSpc>
                <a:spcPct val="120000"/>
              </a:lnSpc>
              <a:spcAft>
                <a:spcPts val="1200"/>
              </a:spcAft>
              <a:buClr>
                <a:schemeClr val="accent1">
                  <a:lumMod val="50000"/>
                </a:schemeClr>
              </a:buClr>
              <a:buFont typeface="Arial" panose="020B0604020202020204" pitchFamily="34" charset="0"/>
              <a:buChar char="•"/>
              <a:defRPr sz="1400">
                <a:solidFill>
                  <a:schemeClr val="accent1">
                    <a:lumMod val="50000"/>
                  </a:schemeClr>
                </a:solidFill>
              </a:defRPr>
            </a:lvl3pPr>
            <a:lvl4pPr marL="16002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4pPr>
            <a:lvl5pPr marL="20574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4C80689F-A123-F6D7-2AA8-9166317EF424}"/>
              </a:ext>
            </a:extLst>
          </p:cNvPr>
          <p:cNvSpPr>
            <a:spLocks noGrp="1"/>
          </p:cNvSpPr>
          <p:nvPr>
            <p:ph sz="quarter" idx="18" hasCustomPrompt="1"/>
          </p:nvPr>
        </p:nvSpPr>
        <p:spPr>
          <a:xfrm>
            <a:off x="5995282" y="2440275"/>
            <a:ext cx="5164553" cy="3721534"/>
          </a:xfrm>
          <a:effectLst/>
        </p:spPr>
        <p:txBody>
          <a:bodyPr anchor="t">
            <a:normAutofit/>
          </a:bodyPr>
          <a:lstStyle>
            <a:lvl1pPr marL="342900" indent="-342900">
              <a:lnSpc>
                <a:spcPct val="120000"/>
              </a:lnSpc>
              <a:spcBef>
                <a:spcPts val="600"/>
              </a:spcBef>
              <a:spcAft>
                <a:spcPts val="600"/>
              </a:spcAft>
              <a:buClr>
                <a:schemeClr val="accent1">
                  <a:lumMod val="50000"/>
                </a:schemeClr>
              </a:buClr>
              <a:buFont typeface="+mj-lt"/>
              <a:buAutoNum type="arabicPeriod"/>
              <a:defRPr sz="1800" b="1">
                <a:solidFill>
                  <a:schemeClr val="accent1">
                    <a:lumMod val="50000"/>
                  </a:schemeClr>
                </a:solidFill>
              </a:defRPr>
            </a:lvl1pPr>
            <a:lvl2pPr marL="347472" indent="0">
              <a:lnSpc>
                <a:spcPct val="120000"/>
              </a:lnSpc>
              <a:spcBef>
                <a:spcPts val="0"/>
              </a:spcBef>
              <a:spcAft>
                <a:spcPts val="600"/>
              </a:spcAft>
              <a:buClr>
                <a:schemeClr val="accent1">
                  <a:lumMod val="50000"/>
                </a:schemeClr>
              </a:buClr>
              <a:buNone/>
              <a:defRPr sz="1800">
                <a:solidFill>
                  <a:schemeClr val="accent1">
                    <a:lumMod val="50000"/>
                  </a:schemeClr>
                </a:solidFill>
              </a:defRPr>
            </a:lvl2pPr>
            <a:lvl3pPr marL="914400" indent="0">
              <a:lnSpc>
                <a:spcPct val="120000"/>
              </a:lnSpc>
              <a:spcAft>
                <a:spcPts val="600"/>
              </a:spcAft>
              <a:buClr>
                <a:schemeClr val="accent1">
                  <a:lumMod val="50000"/>
                </a:schemeClr>
              </a:buClr>
              <a:buNone/>
              <a:defRPr sz="1800">
                <a:solidFill>
                  <a:schemeClr val="accent1">
                    <a:lumMod val="50000"/>
                  </a:schemeClr>
                </a:solidFill>
              </a:defRPr>
            </a:lvl3pPr>
            <a:lvl4pPr marL="1371600" indent="0">
              <a:lnSpc>
                <a:spcPct val="120000"/>
              </a:lnSpc>
              <a:spcAft>
                <a:spcPts val="600"/>
              </a:spcAft>
              <a:buClr>
                <a:schemeClr val="accent1">
                  <a:lumMod val="50000"/>
                </a:schemeClr>
              </a:buClr>
              <a:buNone/>
              <a:defRPr sz="1800">
                <a:solidFill>
                  <a:schemeClr val="accent1">
                    <a:lumMod val="50000"/>
                  </a:schemeClr>
                </a:solidFill>
              </a:defRPr>
            </a:lvl4pPr>
            <a:lvl5pPr marL="1828800" indent="0">
              <a:lnSpc>
                <a:spcPct val="120000"/>
              </a:lnSpc>
              <a:spcAft>
                <a:spcPts val="600"/>
              </a:spcAft>
              <a:buClr>
                <a:schemeClr val="accent1">
                  <a:lumMod val="50000"/>
                </a:schemeClr>
              </a:buClr>
              <a:buNone/>
              <a:defRPr sz="18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8202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
    <p:bg>
      <p:bgPr>
        <a:solidFill>
          <a:schemeClr val="accent1">
            <a:lumMod val="5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F4DCF8-BA15-AB79-2D14-040F5A063B79}"/>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a:extLst>
              <a:ext uri="{FF2B5EF4-FFF2-40B4-BE49-F238E27FC236}">
                <a16:creationId xmlns:a16="http://schemas.microsoft.com/office/drawing/2014/main" id="{5ED22DD7-291D-E347-8A4C-07E31E68133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2299" y="-2231063"/>
            <a:ext cx="6007395" cy="11320129"/>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770660" y="1017858"/>
            <a:ext cx="10650681" cy="2719255"/>
          </a:xfrm>
          <a:noFill/>
          <a:effectLst/>
        </p:spPr>
        <p:txBody>
          <a:bodyPr anchor="b"/>
          <a:lstStyle>
            <a:lvl1pPr algn="ctr">
              <a:defRPr sz="7200" spc="-300" baseline="0">
                <a:solidFill>
                  <a:schemeClr val="accent4">
                    <a:lumMod val="60000"/>
                    <a:lumOff val="40000"/>
                  </a:schemeClr>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770660" y="4042066"/>
            <a:ext cx="10650681" cy="2296843"/>
          </a:xfrm>
          <a:effectLst/>
        </p:spPr>
        <p:txBody>
          <a:bodyPr anchor="t"/>
          <a:lstStyle>
            <a:lvl1pPr marL="0" indent="0" algn="ctr">
              <a:lnSpc>
                <a:spcPct val="120000"/>
              </a:lnSpc>
              <a:spcBef>
                <a:spcPts val="0"/>
              </a:spcBef>
              <a:spcAft>
                <a:spcPts val="0"/>
              </a:spcAft>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Tree>
    <p:extLst>
      <p:ext uri="{BB962C8B-B14F-4D97-AF65-F5344CB8AC3E}">
        <p14:creationId xmlns:p14="http://schemas.microsoft.com/office/powerpoint/2010/main" val="3272508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6F7BD38-A805-4B2C-9BDF-D56E94387879}" type="datetime1">
              <a:rPr lang="en-US" smtClean="0"/>
              <a:t>10/14/2026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tx1"/>
                </a:solidFill>
              </a:defRPr>
            </a:lvl1pPr>
          </a:lstStyle>
          <a:p>
            <a:fld id="{D57F1E4F-1CFF-5643-939E-217C01CDF56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6" r:id="rId1"/>
    <p:sldLayoutId id="2147483668" r:id="rId2"/>
    <p:sldLayoutId id="2147483669" r:id="rId3"/>
    <p:sldLayoutId id="2147483684" r:id="rId4"/>
    <p:sldLayoutId id="2147483672" r:id="rId5"/>
    <p:sldLayoutId id="2147483687" r:id="rId6"/>
    <p:sldLayoutId id="2147483671" r:id="rId7"/>
    <p:sldLayoutId id="2147483688" r:id="rId8"/>
    <p:sldLayoutId id="2147483689" r:id="rId9"/>
    <p:sldLayoutId id="2147483690" r:id="rId10"/>
    <p:sldLayoutId id="2147483691" r:id="rId11"/>
    <p:sldLayoutId id="2147483692" r:id="rId12"/>
    <p:sldLayoutId id="2147483693" r:id="rId13"/>
    <p:sldLayoutId id="2147483685" r:id="rId14"/>
  </p:sldLayoutIdLst>
  <p:hf sldNum="0" hdr="0" ftr="0" dt="0"/>
  <p:txStyles>
    <p:titleStyle>
      <a:lvl1pPr algn="l" defTabSz="457200" rtl="0" eaLnBrk="1" latinLnBrk="0" hangingPunct="1">
        <a:spcBef>
          <a:spcPct val="0"/>
        </a:spcBef>
        <a:buNone/>
        <a:defRPr sz="4000" b="1" kern="1200" baseline="0">
          <a:ln>
            <a:noFill/>
          </a:ln>
          <a:solidFill>
            <a:srgbClr val="FEFEFE"/>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hyperlink" Target="https://www.atlassian.com/agile/scrum/scrum-master" TargetMode="External"/><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hyperlink" Target="https://business.adobe.com/blog/basics/waterfall" TargetMode="External"/><Relationship Id="rId5" Type="http://schemas.openxmlformats.org/officeDocument/2006/relationships/hyperlink" Target="https://www.mendix.com/blog/agile-software-development-lifecycle-stages/" TargetMode="External"/><Relationship Id="rId4" Type="http://schemas.openxmlformats.org/officeDocument/2006/relationships/hyperlink" Target="https://www.projectmanagementdocs.com/blog/scrum-for-beginner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62A4-2E4B-23FB-9F8B-D54C0F90A08A}"/>
              </a:ext>
            </a:extLst>
          </p:cNvPr>
          <p:cNvSpPr>
            <a:spLocks noGrp="1"/>
          </p:cNvSpPr>
          <p:nvPr>
            <p:ph type="title"/>
          </p:nvPr>
        </p:nvSpPr>
        <p:spPr>
          <a:xfrm>
            <a:off x="810001" y="633046"/>
            <a:ext cx="10571998" cy="3366198"/>
          </a:xfrm>
        </p:spPr>
        <p:txBody>
          <a:bodyPr/>
          <a:lstStyle/>
          <a:p>
            <a:pPr lvl="0"/>
            <a:r>
              <a:rPr lang="en-US" sz="6000" noProof="0" dirty="0"/>
              <a:t>Scrum-Agile Approach</a:t>
            </a:r>
            <a:br>
              <a:rPr lang="en-US" sz="6000" b="0" noProof="0" dirty="0"/>
            </a:br>
            <a:r>
              <a:rPr lang="en-US" sz="3600" b="0" noProof="0" dirty="0"/>
              <a:t>Scott Venable</a:t>
            </a:r>
            <a:endParaRPr lang="en-US" sz="6000" b="0" noProof="0" dirty="0"/>
          </a:p>
        </p:txBody>
      </p:sp>
      <p:pic>
        <p:nvPicPr>
          <p:cNvPr id="4" name="Picture 3">
            <a:extLst>
              <a:ext uri="{FF2B5EF4-FFF2-40B4-BE49-F238E27FC236}">
                <a16:creationId xmlns:a16="http://schemas.microsoft.com/office/drawing/2014/main" id="{8E40F5BC-8ABA-C09B-135F-554799ED3B66}"/>
              </a:ext>
            </a:extLst>
          </p:cNvPr>
          <p:cNvPicPr>
            <a:picLocks noChangeAspect="1"/>
          </p:cNvPicPr>
          <p:nvPr/>
        </p:nvPicPr>
        <p:blipFill>
          <a:blip r:embed="rId3"/>
          <a:stretch>
            <a:fillRect/>
          </a:stretch>
        </p:blipFill>
        <p:spPr>
          <a:xfrm>
            <a:off x="4850308" y="4813137"/>
            <a:ext cx="2341128" cy="1308277"/>
          </a:xfrm>
          <a:prstGeom prst="rect">
            <a:avLst/>
          </a:prstGeom>
        </p:spPr>
      </p:pic>
    </p:spTree>
    <p:extLst>
      <p:ext uri="{BB962C8B-B14F-4D97-AF65-F5344CB8AC3E}">
        <p14:creationId xmlns:p14="http://schemas.microsoft.com/office/powerpoint/2010/main" val="43183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07FBB55-EF55-03D8-7D3C-29341A40D63E}"/>
              </a:ext>
            </a:extLst>
          </p:cNvPr>
          <p:cNvSpPr>
            <a:spLocks noGrp="1"/>
          </p:cNvSpPr>
          <p:nvPr>
            <p:ph type="title"/>
          </p:nvPr>
        </p:nvSpPr>
        <p:spPr>
          <a:xfrm>
            <a:off x="602294" y="603504"/>
            <a:ext cx="3729201" cy="795528"/>
          </a:xfrm>
        </p:spPr>
        <p:txBody>
          <a:bodyPr/>
          <a:lstStyle/>
          <a:p>
            <a:r>
              <a:rPr lang="en-US" sz="2800" dirty="0"/>
              <a:t>Scrum Team Roles</a:t>
            </a:r>
          </a:p>
        </p:txBody>
      </p:sp>
      <p:sp>
        <p:nvSpPr>
          <p:cNvPr id="7" name="Content Placeholder 6">
            <a:extLst>
              <a:ext uri="{FF2B5EF4-FFF2-40B4-BE49-F238E27FC236}">
                <a16:creationId xmlns:a16="http://schemas.microsoft.com/office/drawing/2014/main" id="{AD6AD7D9-DEA3-79A4-785F-0EA945171020}"/>
              </a:ext>
            </a:extLst>
          </p:cNvPr>
          <p:cNvSpPr>
            <a:spLocks noGrp="1"/>
          </p:cNvSpPr>
          <p:nvPr>
            <p:ph sz="quarter" idx="11"/>
          </p:nvPr>
        </p:nvSpPr>
        <p:spPr>
          <a:xfrm>
            <a:off x="411480" y="1356637"/>
            <a:ext cx="4206240" cy="4897859"/>
          </a:xfrm>
        </p:spPr>
        <p:txBody>
          <a:bodyPr>
            <a:normAutofit/>
          </a:bodyPr>
          <a:lstStyle/>
          <a:p>
            <a:pPr lvl="0"/>
            <a:r>
              <a:rPr lang="en-US" sz="1100" dirty="0"/>
              <a:t>The </a:t>
            </a:r>
            <a:r>
              <a:rPr lang="en-US" sz="1100" b="1" dirty="0"/>
              <a:t>Scrum Master </a:t>
            </a:r>
            <a:r>
              <a:rPr lang="en-US" sz="1100" dirty="0"/>
              <a:t>is a facilitator and coach who ensures the Scrum framework is followed and helps the team improve their workflows (Rehkopf, 2023). The Scrum Master also runs the daily Scrum meeting.</a:t>
            </a:r>
          </a:p>
          <a:p>
            <a:pPr lvl="0"/>
            <a:r>
              <a:rPr lang="en-US" sz="1100" dirty="0"/>
              <a:t>The </a:t>
            </a:r>
            <a:r>
              <a:rPr lang="en-US" sz="1100" b="1" dirty="0"/>
              <a:t>Product Owner </a:t>
            </a:r>
            <a:r>
              <a:rPr lang="en-US" sz="1100" dirty="0"/>
              <a:t>is a single individual responsible for maximizing product value by managing the backlog and bringing the customer perspective to the Scrum Team. They handle everything from defining the product vision and market strategy to collaborating with stakeholders and aligning with other Product Owners.</a:t>
            </a:r>
            <a:endParaRPr lang="en-US" sz="1100" b="1" dirty="0"/>
          </a:p>
          <a:p>
            <a:pPr lvl="0"/>
            <a:r>
              <a:rPr lang="en-US" sz="1100" dirty="0"/>
              <a:t>The </a:t>
            </a:r>
            <a:r>
              <a:rPr lang="en-US" sz="1100" b="1" dirty="0"/>
              <a:t>Development Team </a:t>
            </a:r>
            <a:r>
              <a:rPr lang="en-US" sz="1100" dirty="0"/>
              <a:t>consists of self-organizing, cross-functional professionals who independently manage their work to deliver a "Done" product increment each Sprint. Their work is done in a collaborative way without one person being “in charge” (Piscopo, 2023).</a:t>
            </a:r>
            <a:endParaRPr lang="en-US" sz="1100" noProof="0" dirty="0"/>
          </a:p>
        </p:txBody>
      </p:sp>
      <p:graphicFrame>
        <p:nvGraphicFramePr>
          <p:cNvPr id="4" name="Content Placeholder 3" descr="A timeline of the product launch">
            <a:extLst>
              <a:ext uri="{FF2B5EF4-FFF2-40B4-BE49-F238E27FC236}">
                <a16:creationId xmlns:a16="http://schemas.microsoft.com/office/drawing/2014/main" id="{0AA14396-9ECF-6200-84F1-4A2C71CE5B8B}"/>
              </a:ext>
            </a:extLst>
          </p:cNvPr>
          <p:cNvGraphicFramePr>
            <a:graphicFrameLocks noGrp="1"/>
          </p:cNvGraphicFramePr>
          <p:nvPr>
            <p:ph sz="quarter" idx="10"/>
            <p:extLst>
              <p:ext uri="{D42A27DB-BD31-4B8C-83A1-F6EECF244321}">
                <p14:modId xmlns:p14="http://schemas.microsoft.com/office/powerpoint/2010/main" val="2721657430"/>
              </p:ext>
            </p:extLst>
          </p:nvPr>
        </p:nvGraphicFramePr>
        <p:xfrm>
          <a:off x="5678424" y="1051560"/>
          <a:ext cx="5399079" cy="43159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04434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ECDD0-17F6-3312-AE6D-F7EB95E46C02}"/>
              </a:ext>
            </a:extLst>
          </p:cNvPr>
          <p:cNvSpPr>
            <a:spLocks noGrp="1"/>
          </p:cNvSpPr>
          <p:nvPr>
            <p:ph type="title"/>
          </p:nvPr>
        </p:nvSpPr>
        <p:spPr>
          <a:xfrm>
            <a:off x="550717" y="924339"/>
            <a:ext cx="3990110" cy="5009322"/>
          </a:xfrm>
        </p:spPr>
        <p:txBody>
          <a:bodyPr/>
          <a:lstStyle/>
          <a:p>
            <a:r>
              <a:rPr lang="en-US" dirty="0"/>
              <a:t>Agile Phases</a:t>
            </a:r>
          </a:p>
        </p:txBody>
      </p:sp>
      <p:sp>
        <p:nvSpPr>
          <p:cNvPr id="3" name="Content Placeholder 2">
            <a:extLst>
              <a:ext uri="{FF2B5EF4-FFF2-40B4-BE49-F238E27FC236}">
                <a16:creationId xmlns:a16="http://schemas.microsoft.com/office/drawing/2014/main" id="{EB336AA5-9DDA-DA9A-5469-6885A5A84D1D}"/>
              </a:ext>
            </a:extLst>
          </p:cNvPr>
          <p:cNvSpPr>
            <a:spLocks noGrp="1"/>
          </p:cNvSpPr>
          <p:nvPr>
            <p:ph sz="quarter" idx="10"/>
          </p:nvPr>
        </p:nvSpPr>
        <p:spPr>
          <a:xfrm>
            <a:off x="5346793" y="924340"/>
            <a:ext cx="5684373" cy="5009322"/>
          </a:xfrm>
        </p:spPr>
        <p:txBody>
          <a:bodyPr/>
          <a:lstStyle/>
          <a:p>
            <a:pPr lvl="0" algn="ctr"/>
            <a:r>
              <a:rPr lang="en-US" b="1" noProof="0" dirty="0"/>
              <a:t>The Agile software development cycle typically consists of the following phases:</a:t>
            </a:r>
          </a:p>
          <a:p>
            <a:pPr marL="285750" lvl="0" indent="-285750">
              <a:buFont typeface="Arial" panose="020B0604020202020204" pitchFamily="34" charset="0"/>
              <a:buChar char="•"/>
            </a:pPr>
            <a:r>
              <a:rPr lang="en-US" dirty="0"/>
              <a:t>Conception and Design</a:t>
            </a:r>
          </a:p>
          <a:p>
            <a:pPr marL="285750" lvl="0" indent="-285750">
              <a:buFont typeface="Arial" panose="020B0604020202020204" pitchFamily="34" charset="0"/>
              <a:buChar char="•"/>
            </a:pPr>
            <a:r>
              <a:rPr lang="en-US" noProof="0" dirty="0"/>
              <a:t>Development</a:t>
            </a:r>
          </a:p>
          <a:p>
            <a:pPr marL="285750" lvl="0" indent="-285750">
              <a:buFont typeface="Arial" panose="020B0604020202020204" pitchFamily="34" charset="0"/>
              <a:buChar char="•"/>
            </a:pPr>
            <a:r>
              <a:rPr lang="en-US" dirty="0"/>
              <a:t>Testing</a:t>
            </a:r>
          </a:p>
          <a:p>
            <a:pPr marL="285750" lvl="0" indent="-285750">
              <a:buFont typeface="Arial" panose="020B0604020202020204" pitchFamily="34" charset="0"/>
              <a:buChar char="•"/>
            </a:pPr>
            <a:r>
              <a:rPr lang="en-US" dirty="0"/>
              <a:t>Deployment</a:t>
            </a:r>
          </a:p>
          <a:p>
            <a:pPr marL="285750" lvl="0" indent="-285750">
              <a:buFont typeface="Arial" panose="020B0604020202020204" pitchFamily="34" charset="0"/>
              <a:buChar char="•"/>
            </a:pPr>
            <a:r>
              <a:rPr lang="en-US" dirty="0"/>
              <a:t>Operations and Maintenance</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959076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E1BB1-C5B6-C34A-6087-4868288761AF}"/>
              </a:ext>
            </a:extLst>
          </p:cNvPr>
          <p:cNvSpPr>
            <a:spLocks noGrp="1"/>
          </p:cNvSpPr>
          <p:nvPr>
            <p:ph type="title"/>
          </p:nvPr>
        </p:nvSpPr>
        <p:spPr>
          <a:xfrm>
            <a:off x="529935" y="448057"/>
            <a:ext cx="11118274" cy="676656"/>
          </a:xfrm>
        </p:spPr>
        <p:txBody>
          <a:bodyPr/>
          <a:lstStyle/>
          <a:p>
            <a:pPr lvl="0"/>
            <a:r>
              <a:rPr lang="en-US" sz="3200" noProof="0" dirty="0"/>
              <a:t>Agile Phases</a:t>
            </a:r>
          </a:p>
        </p:txBody>
      </p:sp>
      <p:sp>
        <p:nvSpPr>
          <p:cNvPr id="4" name="Content Placeholder 3">
            <a:extLst>
              <a:ext uri="{FF2B5EF4-FFF2-40B4-BE49-F238E27FC236}">
                <a16:creationId xmlns:a16="http://schemas.microsoft.com/office/drawing/2014/main" id="{D548ADA2-B38F-A25B-C324-05E10CE9CD9F}"/>
              </a:ext>
            </a:extLst>
          </p:cNvPr>
          <p:cNvSpPr>
            <a:spLocks noGrp="1"/>
          </p:cNvSpPr>
          <p:nvPr>
            <p:ph sz="quarter" idx="18"/>
          </p:nvPr>
        </p:nvSpPr>
        <p:spPr>
          <a:xfrm>
            <a:off x="529935" y="2057400"/>
            <a:ext cx="11201817" cy="4104409"/>
          </a:xfrm>
        </p:spPr>
        <p:txBody>
          <a:bodyPr>
            <a:normAutofit fontScale="92500"/>
          </a:bodyPr>
          <a:lstStyle/>
          <a:p>
            <a:r>
              <a:rPr lang="en-US" sz="1100" dirty="0"/>
              <a:t>Conception and Design</a:t>
            </a:r>
            <a:r>
              <a:rPr lang="en-US" sz="1100" noProof="0" dirty="0"/>
              <a:t> </a:t>
            </a:r>
          </a:p>
          <a:p>
            <a:pPr lvl="1"/>
            <a:r>
              <a:rPr lang="en-US" sz="1100" dirty="0"/>
              <a:t>After meeting with the customer</a:t>
            </a:r>
            <a:r>
              <a:rPr lang="en-US" sz="1100" noProof="0" dirty="0"/>
              <a:t>, the product owner determines the project scope. This scope includes the general purpose of the software to be developed as well as the timeline of delivery and documentation needed.</a:t>
            </a:r>
          </a:p>
          <a:p>
            <a:r>
              <a:rPr lang="en-US" sz="1100" dirty="0"/>
              <a:t>Development</a:t>
            </a:r>
            <a:r>
              <a:rPr lang="en-US" sz="1100" noProof="0" dirty="0"/>
              <a:t> </a:t>
            </a:r>
          </a:p>
          <a:p>
            <a:pPr lvl="1"/>
            <a:r>
              <a:rPr lang="en-US" sz="1100" noProof="0" dirty="0"/>
              <a:t>The development phase includes all related production tasks in the software development lifecycle, such as UX/UI design, architecting, </a:t>
            </a:r>
            <a:r>
              <a:rPr lang="en-US" sz="1100" dirty="0"/>
              <a:t>and coding (Van der Hoek, 2021). The development team will work in sprints and daily Scrum meetings to meet delivery requirements.</a:t>
            </a:r>
            <a:endParaRPr lang="en-US" sz="1100" noProof="0" dirty="0"/>
          </a:p>
          <a:p>
            <a:r>
              <a:rPr lang="en-US" sz="1100" dirty="0"/>
              <a:t>Testing</a:t>
            </a:r>
            <a:r>
              <a:rPr lang="en-US" sz="1100" noProof="0" dirty="0"/>
              <a:t> </a:t>
            </a:r>
          </a:p>
          <a:p>
            <a:pPr lvl="1"/>
            <a:r>
              <a:rPr lang="en-US" sz="1100" noProof="0" dirty="0"/>
              <a:t>After completing the first iteration of the software or sprint, now is the time to test the current build. Testing the current build is crucial to the agile process and will allow us to identify any bugs or software malfunctions. Once we have collected all the test data, we can use that to iterate on the next version of the build during the next Sprint.</a:t>
            </a:r>
            <a:endParaRPr lang="en-US" sz="1100" dirty="0"/>
          </a:p>
          <a:p>
            <a:r>
              <a:rPr lang="en-US" sz="1100" dirty="0"/>
              <a:t>Deployment</a:t>
            </a:r>
          </a:p>
          <a:p>
            <a:pPr lvl="1"/>
            <a:r>
              <a:rPr lang="en-US" sz="1100" dirty="0"/>
              <a:t>After rigorous testing, security checks, and documentation updates, the Agile team is ready to release and deploy the live software. At this point, the customer will have the software in the hands and be able to utilize it for their business needs.</a:t>
            </a:r>
          </a:p>
          <a:p>
            <a:r>
              <a:rPr lang="en-US" sz="1200" dirty="0"/>
              <a:t>Operations and Maintenance. </a:t>
            </a:r>
          </a:p>
          <a:p>
            <a:pPr lvl="1"/>
            <a:r>
              <a:rPr lang="en-US" sz="1200" dirty="0"/>
              <a:t>After launching the software, ongoing maintenance, bug fixes, and feature improvements are necessary to keep the app operational and relevant based on user feedback.</a:t>
            </a:r>
          </a:p>
          <a:p>
            <a:pPr lvl="1"/>
            <a:endParaRPr lang="en-US" sz="1100" dirty="0"/>
          </a:p>
          <a:p>
            <a:pPr lvl="1"/>
            <a:endParaRPr lang="en-US" sz="1200" noProof="0" dirty="0"/>
          </a:p>
        </p:txBody>
      </p:sp>
    </p:spTree>
    <p:extLst>
      <p:ext uri="{BB962C8B-B14F-4D97-AF65-F5344CB8AC3E}">
        <p14:creationId xmlns:p14="http://schemas.microsoft.com/office/powerpoint/2010/main" val="3119354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B7740-ED88-9F6A-89FF-4B0DFAAC36EA}"/>
              </a:ext>
            </a:extLst>
          </p:cNvPr>
          <p:cNvSpPr>
            <a:spLocks noGrp="1"/>
          </p:cNvSpPr>
          <p:nvPr>
            <p:ph type="title"/>
          </p:nvPr>
        </p:nvSpPr>
        <p:spPr>
          <a:xfrm>
            <a:off x="944217" y="1335023"/>
            <a:ext cx="3335175" cy="4598465"/>
          </a:xfrm>
        </p:spPr>
        <p:txBody>
          <a:bodyPr/>
          <a:lstStyle/>
          <a:p>
            <a:endParaRPr lang="en-US" dirty="0"/>
          </a:p>
        </p:txBody>
      </p:sp>
      <p:sp>
        <p:nvSpPr>
          <p:cNvPr id="3" name="Text Placeholder 2">
            <a:extLst>
              <a:ext uri="{FF2B5EF4-FFF2-40B4-BE49-F238E27FC236}">
                <a16:creationId xmlns:a16="http://schemas.microsoft.com/office/drawing/2014/main" id="{39A25282-EE8D-71BA-6317-EECFE33238DC}"/>
              </a:ext>
            </a:extLst>
          </p:cNvPr>
          <p:cNvSpPr>
            <a:spLocks noGrp="1"/>
          </p:cNvSpPr>
          <p:nvPr>
            <p:ph type="body" sz="quarter" idx="14"/>
          </p:nvPr>
        </p:nvSpPr>
        <p:spPr>
          <a:xfrm>
            <a:off x="4736592" y="924512"/>
            <a:ext cx="6415112" cy="5008977"/>
          </a:xfrm>
        </p:spPr>
        <p:txBody>
          <a:bodyPr>
            <a:normAutofit/>
          </a:bodyPr>
          <a:lstStyle/>
          <a:p>
            <a:pPr lvl="0"/>
            <a:r>
              <a:rPr lang="en-US" sz="2000" b="1" noProof="0" dirty="0"/>
              <a:t>The Waterfall Method</a:t>
            </a:r>
          </a:p>
          <a:p>
            <a:pPr lvl="0"/>
            <a:r>
              <a:rPr lang="en-US" sz="1400" noProof="0" dirty="0"/>
              <a:t>When using the Waterfall method for a Software Development Lice Cycle, the development process happens in sequential phases. One phase is worked on at any given time, and the next phase does not begin until the current phase is completed. This methodology is based on fixed dates, requirements and outcomes (Adobe Communications Team, 2022).</a:t>
            </a:r>
          </a:p>
          <a:p>
            <a:pPr lvl="0"/>
            <a:r>
              <a:rPr lang="en-US" b="1" dirty="0"/>
              <a:t>Waterfall vs Agile Example:</a:t>
            </a:r>
            <a:endParaRPr lang="en-US" b="1" noProof="0" dirty="0"/>
          </a:p>
          <a:p>
            <a:r>
              <a:rPr lang="en-US" sz="1600" dirty="0"/>
              <a:t>If a critical flaw is found in </a:t>
            </a:r>
            <a:r>
              <a:rPr lang="en-US" sz="1600" b="1" dirty="0"/>
              <a:t>Agile</a:t>
            </a:r>
            <a:r>
              <a:rPr lang="en-US" sz="1600" dirty="0"/>
              <a:t>, the Product Owner can quickly reprioritize the backlog in order deploy a fix within the very next sprint, minimizing project disruption. In </a:t>
            </a:r>
            <a:r>
              <a:rPr lang="en-US" sz="1600" b="1" dirty="0"/>
              <a:t>Waterfall</a:t>
            </a:r>
            <a:r>
              <a:rPr lang="en-US" sz="1600" dirty="0"/>
              <a:t>, because testing only happens at the end of the entire development cycle, discovering that same flaw right before launch requires rewriting massive amounts of interconnected code which can lead to budget overruns or missing the delivery deadline.</a:t>
            </a:r>
          </a:p>
          <a:p>
            <a:pPr lvl="0"/>
            <a:endParaRPr lang="en-US" sz="1400" noProof="0" dirty="0"/>
          </a:p>
        </p:txBody>
      </p:sp>
      <p:pic>
        <p:nvPicPr>
          <p:cNvPr id="5" name="Picture 4">
            <a:extLst>
              <a:ext uri="{FF2B5EF4-FFF2-40B4-BE49-F238E27FC236}">
                <a16:creationId xmlns:a16="http://schemas.microsoft.com/office/drawing/2014/main" id="{2BF5DA0B-4C8F-82D1-C515-86A47B10B8FE}"/>
              </a:ext>
            </a:extLst>
          </p:cNvPr>
          <p:cNvPicPr>
            <a:picLocks noChangeAspect="1"/>
          </p:cNvPicPr>
          <p:nvPr/>
        </p:nvPicPr>
        <p:blipFill>
          <a:blip r:embed="rId3"/>
          <a:stretch>
            <a:fillRect/>
          </a:stretch>
        </p:blipFill>
        <p:spPr>
          <a:xfrm>
            <a:off x="1082968" y="1419383"/>
            <a:ext cx="3086531" cy="4429743"/>
          </a:xfrm>
          <a:prstGeom prst="rect">
            <a:avLst/>
          </a:prstGeom>
        </p:spPr>
      </p:pic>
    </p:spTree>
    <p:extLst>
      <p:ext uri="{BB962C8B-B14F-4D97-AF65-F5344CB8AC3E}">
        <p14:creationId xmlns:p14="http://schemas.microsoft.com/office/powerpoint/2010/main" val="909924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45CCC74-D443-4C93-5B95-A4E381E1F209}"/>
              </a:ext>
            </a:extLst>
          </p:cNvPr>
          <p:cNvSpPr/>
          <p:nvPr/>
        </p:nvSpPr>
        <p:spPr>
          <a:xfrm>
            <a:off x="785552" y="1247775"/>
            <a:ext cx="10606348" cy="4905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In week 3 of this course, we discussed a case study in which Valpak used Agile methods to provide fast training and continuous communication, helping its independent franchises adopt new products faster. Some factors they needed to consider when choosing Waterfall or Agile are:</a:t>
            </a:r>
          </a:p>
          <a:p>
            <a:endParaRPr lang="en-US" dirty="0"/>
          </a:p>
          <a:p>
            <a:r>
              <a:rPr lang="en-US" sz="1600" b="1" dirty="0"/>
              <a:t>Stakeholder Structure &amp; Alignment</a:t>
            </a:r>
          </a:p>
          <a:p>
            <a:r>
              <a:rPr lang="en-US" sz="1600" dirty="0"/>
              <a:t>	•    </a:t>
            </a:r>
            <a:r>
              <a:rPr lang="en-US" sz="1600" b="1" dirty="0"/>
              <a:t>Agile: </a:t>
            </a:r>
            <a:r>
              <a:rPr lang="en-US" sz="1600" dirty="0"/>
              <a:t>Best for decentralized environments (like Valpak’s independent franchises). Staggered adoption rates are countered by rolling out continuous training and incremental releases, which heavily reduces the user learning curve.</a:t>
            </a:r>
          </a:p>
          <a:p>
            <a:r>
              <a:rPr lang="en-US" sz="1600" dirty="0"/>
              <a:t>	•    </a:t>
            </a:r>
            <a:r>
              <a:rPr lang="en-US" sz="1600" b="1" dirty="0"/>
              <a:t>Waterfall: </a:t>
            </a:r>
            <a:r>
              <a:rPr lang="en-US" sz="1600" dirty="0"/>
              <a:t>Risks severe adoption resistance from independent stakeholders by forcing a massive, unexpected software rollout all at once.</a:t>
            </a:r>
          </a:p>
          <a:p>
            <a:endParaRPr lang="en-US" sz="1600" dirty="0"/>
          </a:p>
          <a:p>
            <a:pPr lvl="0"/>
            <a:r>
              <a:rPr lang="en-US" sz="1600" b="1" dirty="0"/>
              <a:t>Support &amp; Documentation Distribution</a:t>
            </a:r>
            <a:endParaRPr lang="en-US" sz="1600" dirty="0"/>
          </a:p>
          <a:p>
            <a:pPr marL="742950" lvl="1" indent="-285750">
              <a:buFont typeface="Arial" panose="020B0604020202020204" pitchFamily="34" charset="0"/>
              <a:buChar char="•"/>
            </a:pPr>
            <a:r>
              <a:rPr lang="en-US" sz="1600" b="1" dirty="0"/>
              <a:t>Agile:</a:t>
            </a:r>
            <a:r>
              <a:rPr lang="en-US" sz="1600" dirty="0"/>
              <a:t> Cross-functional structures, like Valpak’s agile sales and marketing teams, can rapidly develop and deploy support materials alongside evolving products.</a:t>
            </a:r>
          </a:p>
          <a:p>
            <a:pPr marL="742950" lvl="1" indent="-285750">
              <a:buFont typeface="Arial" panose="020B0604020202020204" pitchFamily="34" charset="0"/>
              <a:buChar char="•"/>
            </a:pPr>
            <a:r>
              <a:rPr lang="en-US" sz="1600" b="1" dirty="0"/>
              <a:t>Waterfall:</a:t>
            </a:r>
            <a:r>
              <a:rPr lang="en-US" sz="1600" dirty="0"/>
              <a:t> Support ecosystems are delayed until the very end of the project cycle, leaving early or struggling users stranded without dynamic help.</a:t>
            </a:r>
          </a:p>
          <a:p>
            <a:endParaRPr lang="en-US" sz="1400" dirty="0"/>
          </a:p>
          <a:p>
            <a:pPr marL="285750" indent="-285750">
              <a:buFont typeface="Arial" panose="020B0604020202020204" pitchFamily="34" charset="0"/>
              <a:buChar char="•"/>
            </a:pPr>
            <a:endParaRPr lang="en-US" dirty="0"/>
          </a:p>
        </p:txBody>
      </p:sp>
      <p:sp>
        <p:nvSpPr>
          <p:cNvPr id="6" name="Title 1">
            <a:extLst>
              <a:ext uri="{FF2B5EF4-FFF2-40B4-BE49-F238E27FC236}">
                <a16:creationId xmlns:a16="http://schemas.microsoft.com/office/drawing/2014/main" id="{F5B31887-021D-3753-47FA-7AE65050EF4A}"/>
              </a:ext>
            </a:extLst>
          </p:cNvPr>
          <p:cNvSpPr>
            <a:spLocks noGrp="1"/>
          </p:cNvSpPr>
          <p:nvPr>
            <p:ph type="title"/>
          </p:nvPr>
        </p:nvSpPr>
        <p:spPr>
          <a:xfrm>
            <a:off x="529935" y="448057"/>
            <a:ext cx="11118274" cy="676656"/>
          </a:xfrm>
        </p:spPr>
        <p:txBody>
          <a:bodyPr/>
          <a:lstStyle/>
          <a:p>
            <a:pPr lvl="0"/>
            <a:r>
              <a:rPr lang="en-US" sz="2800" dirty="0"/>
              <a:t>Valpak Case Study – Choosing an Approach</a:t>
            </a:r>
            <a:endParaRPr lang="en-US" sz="2800" noProof="0" dirty="0"/>
          </a:p>
        </p:txBody>
      </p:sp>
    </p:spTree>
    <p:extLst>
      <p:ext uri="{BB962C8B-B14F-4D97-AF65-F5344CB8AC3E}">
        <p14:creationId xmlns:p14="http://schemas.microsoft.com/office/powerpoint/2010/main" val="1722147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05011-03FC-652B-2538-4EAE68ABF80D}"/>
              </a:ext>
            </a:extLst>
          </p:cNvPr>
          <p:cNvSpPr>
            <a:spLocks noGrp="1"/>
          </p:cNvSpPr>
          <p:nvPr>
            <p:ph type="title"/>
          </p:nvPr>
        </p:nvSpPr>
        <p:spPr>
          <a:xfrm>
            <a:off x="770661" y="1017859"/>
            <a:ext cx="10266148" cy="984678"/>
          </a:xfrm>
        </p:spPr>
        <p:txBody>
          <a:bodyPr/>
          <a:lstStyle/>
          <a:p>
            <a:pPr lvl="0"/>
            <a:r>
              <a:rPr lang="en-US" dirty="0"/>
              <a:t>References</a:t>
            </a:r>
            <a:endParaRPr lang="en-US" noProof="0" dirty="0"/>
          </a:p>
        </p:txBody>
      </p:sp>
      <p:sp>
        <p:nvSpPr>
          <p:cNvPr id="3" name="Text Placeholder 2">
            <a:extLst>
              <a:ext uri="{FF2B5EF4-FFF2-40B4-BE49-F238E27FC236}">
                <a16:creationId xmlns:a16="http://schemas.microsoft.com/office/drawing/2014/main" id="{411A2349-EF0B-F33D-13F9-826241461648}"/>
              </a:ext>
            </a:extLst>
          </p:cNvPr>
          <p:cNvSpPr>
            <a:spLocks noGrp="1"/>
          </p:cNvSpPr>
          <p:nvPr>
            <p:ph type="body" sz="quarter" idx="14"/>
          </p:nvPr>
        </p:nvSpPr>
        <p:spPr>
          <a:xfrm>
            <a:off x="770660" y="2249424"/>
            <a:ext cx="10650681" cy="4089485"/>
          </a:xfrm>
        </p:spPr>
        <p:txBody>
          <a:bodyPr/>
          <a:lstStyle/>
          <a:p>
            <a:pPr marL="285750" lvl="0" indent="-285750" algn="l">
              <a:buFont typeface="Arial" panose="020B0604020202020204" pitchFamily="34" charset="0"/>
              <a:buChar char="•"/>
            </a:pPr>
            <a:r>
              <a:rPr lang="en-US" dirty="0"/>
              <a:t>Rehkopf, M. (2023). </a:t>
            </a:r>
            <a:r>
              <a:rPr lang="en-US" i="1" dirty="0"/>
              <a:t>What is a scrum master? | Atlassian</a:t>
            </a:r>
            <a:r>
              <a:rPr lang="en-US" dirty="0"/>
              <a:t>. Atlassian. </a:t>
            </a:r>
            <a:r>
              <a:rPr lang="en-US" dirty="0">
                <a:hlinkClick r:id="rId3"/>
              </a:rPr>
              <a:t>https://www.atlassian.com/agile/scrum/scrum-master</a:t>
            </a:r>
            <a:endParaRPr lang="en-US" dirty="0"/>
          </a:p>
          <a:p>
            <a:pPr marL="285750" lvl="0" indent="-285750" algn="l">
              <a:buFont typeface="Arial" panose="020B0604020202020204" pitchFamily="34" charset="0"/>
              <a:buChar char="•"/>
            </a:pPr>
            <a:r>
              <a:rPr lang="en-US" dirty="0"/>
              <a:t>Piscopo, M. (2023, April 6). </a:t>
            </a:r>
            <a:r>
              <a:rPr lang="en-US" i="1" dirty="0"/>
              <a:t>Scrum project management for beginners: A comprehensive introduction</a:t>
            </a:r>
            <a:r>
              <a:rPr lang="en-US" dirty="0"/>
              <a:t>. Project Management Docs. </a:t>
            </a:r>
            <a:r>
              <a:rPr lang="en-US" dirty="0">
                <a:hlinkClick r:id="rId4"/>
              </a:rPr>
              <a:t>https://www.projectmanagementdocs.com/blog/scrum-for-beginners/</a:t>
            </a:r>
            <a:r>
              <a:rPr lang="en-US" dirty="0"/>
              <a:t> </a:t>
            </a:r>
          </a:p>
          <a:p>
            <a:pPr marL="285750" lvl="0" indent="-285750" algn="l">
              <a:buFont typeface="Arial" panose="020B0604020202020204" pitchFamily="34" charset="0"/>
              <a:buChar char="•"/>
            </a:pPr>
            <a:r>
              <a:rPr lang="en-US" dirty="0"/>
              <a:t>Van der Hoek, J. (2021, October 11). </a:t>
            </a:r>
            <a:r>
              <a:rPr lang="en-US" i="1" dirty="0"/>
              <a:t>Agile explained: The 5 stages of the agile development lifecycle</a:t>
            </a:r>
            <a:r>
              <a:rPr lang="en-US" dirty="0"/>
              <a:t>. </a:t>
            </a:r>
            <a:r>
              <a:rPr lang="en-US" dirty="0" err="1"/>
              <a:t>Mendix</a:t>
            </a:r>
            <a:r>
              <a:rPr lang="en-US" dirty="0"/>
              <a:t>. </a:t>
            </a:r>
            <a:r>
              <a:rPr lang="en-US" dirty="0">
                <a:hlinkClick r:id="rId5"/>
              </a:rPr>
              <a:t>https://www.mendix.com/blog/agile-software-development-lifecycle-stages/</a:t>
            </a:r>
            <a:r>
              <a:rPr lang="en-US" dirty="0"/>
              <a:t> </a:t>
            </a:r>
          </a:p>
          <a:p>
            <a:pPr marL="285750" lvl="0" indent="-285750" algn="l">
              <a:buFont typeface="Arial" panose="020B0604020202020204" pitchFamily="34" charset="0"/>
              <a:buChar char="•"/>
            </a:pPr>
            <a:r>
              <a:rPr lang="en-US" dirty="0"/>
              <a:t>Adobe Communications Team. (2022, March 18). </a:t>
            </a:r>
            <a:r>
              <a:rPr lang="en-US" i="1" dirty="0"/>
              <a:t>Waterfall methodology: Project management | adobe </a:t>
            </a:r>
            <a:r>
              <a:rPr lang="en-US" i="1" dirty="0" err="1"/>
              <a:t>workfront</a:t>
            </a:r>
            <a:r>
              <a:rPr lang="en-US" dirty="0"/>
              <a:t>. </a:t>
            </a:r>
            <a:r>
              <a:rPr lang="en-US" dirty="0" err="1"/>
              <a:t>Adobe.Com</a:t>
            </a:r>
            <a:r>
              <a:rPr lang="en-US" dirty="0"/>
              <a:t>. </a:t>
            </a:r>
            <a:r>
              <a:rPr lang="en-US" dirty="0">
                <a:hlinkClick r:id="rId6"/>
              </a:rPr>
              <a:t>https://business.adobe.com/blog/basics/waterfall</a:t>
            </a:r>
            <a:r>
              <a:rPr lang="en-US" dirty="0"/>
              <a:t> </a:t>
            </a:r>
          </a:p>
          <a:p>
            <a:pPr marL="285750" lvl="0" indent="-285750" algn="l">
              <a:buFont typeface="Arial" panose="020B0604020202020204" pitchFamily="34" charset="0"/>
              <a:buChar char="•"/>
            </a:pPr>
            <a:endParaRPr lang="en-US" dirty="0"/>
          </a:p>
          <a:p>
            <a:pPr marL="285750" lvl="0" indent="-285750" algn="l">
              <a:buFont typeface="Arial" panose="020B0604020202020204" pitchFamily="34" charset="0"/>
              <a:buChar char="•"/>
            </a:pPr>
            <a:endParaRPr lang="en-US" noProof="0" dirty="0"/>
          </a:p>
        </p:txBody>
      </p:sp>
    </p:spTree>
    <p:extLst>
      <p:ext uri="{BB962C8B-B14F-4D97-AF65-F5344CB8AC3E}">
        <p14:creationId xmlns:p14="http://schemas.microsoft.com/office/powerpoint/2010/main" val="36636579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M11381587_Win32_SL_v6" id="{5005B820-A0B7-49EA-8569-DCF0CD2DBB9D}" vid="{2E48C80D-E25D-44C4-BCFD-F1465E9B61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4ACCF44-01D5-4C40-9EAC-D3C3683409F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272B3831-C4F2-498C-8E5F-F8D6F90548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9F0C84-2C14-4FB8-88C2-9577181F2CC2}">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{E4D9A877-4928-4FEA-BBA2-815571D00678}TF4e23ad37-c1a6-42e6-a6ec-6518d97eca9ec3cad5d6_win32-e4fb00466b0d</Template>
  <TotalTime>315</TotalTime>
  <Words>875</Words>
  <Application>Microsoft Office PowerPoint</Application>
  <PresentationFormat>Widescreen</PresentationFormat>
  <Paragraphs>52</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Arial</vt:lpstr>
      <vt:lpstr>Calibri</vt:lpstr>
      <vt:lpstr>Century Gothic</vt:lpstr>
      <vt:lpstr>Wingdings 2</vt:lpstr>
      <vt:lpstr>Quotable</vt:lpstr>
      <vt:lpstr>Scrum-Agile Approach Scott Venable</vt:lpstr>
      <vt:lpstr>Scrum Team Roles</vt:lpstr>
      <vt:lpstr>Agile Phases</vt:lpstr>
      <vt:lpstr>Agile Phases</vt:lpstr>
      <vt:lpstr>PowerPoint Presentation</vt:lpstr>
      <vt:lpstr>Valpak Case Study – Choosing an Approach</vt:lpstr>
      <vt:lpstr>References</vt:lpstr>
    </vt:vector>
  </TitlesOfParts>
  <Company>General Dynamics Mission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Venable, Scott T</dc:creator>
  <cp:lastModifiedBy>Venable, Scott T</cp:lastModifiedBy>
  <cp:revision>21</cp:revision>
  <dcterms:created xsi:type="dcterms:W3CDTF">2026-10-14T11:48:40Z</dcterms:created>
  <dcterms:modified xsi:type="dcterms:W3CDTF">2026-10-14T17:07:44Z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